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200.xml" ContentType="application/vnd.openxmlformats-officedocument.presentationml.slideLayout+xml"/>
  <Override PartName="/ppt/slideLayouts/slideLayout201.xml" ContentType="application/vnd.openxmlformats-officedocument.presentationml.slideLayout+xml"/>
  <Override PartName="/ppt/slideLayouts/slideLayout202.xml" ContentType="application/vnd.openxmlformats-officedocument.presentationml.slideLayout+xml"/>
  <Override PartName="/ppt/slideLayouts/slideLayout203.xml" ContentType="application/vnd.openxmlformats-officedocument.presentationml.slideLayout+xml"/>
  <Override PartName="/ppt/slideLayouts/slideLayout204.xml" ContentType="application/vnd.openxmlformats-officedocument.presentationml.slideLayout+xml"/>
  <Override PartName="/ppt/slideLayouts/slideLayout205.xml" ContentType="application/vnd.openxmlformats-officedocument.presentationml.slideLayout+xml"/>
  <Override PartName="/ppt/slideLayouts/slideLayout206.xml" ContentType="application/vnd.openxmlformats-officedocument.presentationml.slideLayout+xml"/>
  <Override PartName="/ppt/slideLayouts/slideLayout207.xml" ContentType="application/vnd.openxmlformats-officedocument.presentationml.slideLayout+xml"/>
  <Override PartName="/ppt/slideLayouts/slideLayout208.xml" ContentType="application/vnd.openxmlformats-officedocument.presentationml.slideLayout+xml"/>
  <Override PartName="/ppt/slideLayouts/slideLayout209.xml" ContentType="application/vnd.openxmlformats-officedocument.presentationml.slideLayout+xml"/>
  <Override PartName="/ppt/slideLayouts/slideLayout210.xml" ContentType="application/vnd.openxmlformats-officedocument.presentationml.slideLayout+xml"/>
  <Override PartName="/ppt/slideLayouts/slideLayout211.xml" ContentType="application/vnd.openxmlformats-officedocument.presentationml.slideLayout+xml"/>
  <Override PartName="/ppt/slideLayouts/slideLayout212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200.xml.rels><?xml version='1.0' encoding='UTF-8' standalone='yes'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image" Target="../media/image3.png"/><Relationship Id="rId3" Type="http://schemas.openxmlformats.org/officeDocument/2006/relationships/slideMaster" Target="../slideMasters/slideMaster1.xml"/></Relationships>
</file>

<file path=ppt/slideLayouts/_rels/slideLayout20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7.xml.rels><?xml version='1.0' encoding='UTF-8' standalone='yes'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Master" Target="../slideMasters/slideMaster1.xml"/></Relationships>
</file>

<file path=ppt/slideLayouts/_rels/slideLayout208.xml.rels><?xml version='1.0' encoding='UTF-8' standalone='yes'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Master" Target="../slideMasters/slideMaster1.xml"/></Relationships>
</file>

<file path=ppt/slideLayouts/_rels/slideLayout209.xml.rels><?xml version='1.0' encoding='UTF-8' standalone='yes'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Master" Target="../slideMasters/slideMaster1.xml"/></Relationships>
</file>

<file path=ppt/slideLayouts/_rels/slideLayout210.xml.rels><?xml version='1.0' encoding='UTF-8' standalone='yes'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Master" Target="../slideMasters/slideMaster1.xml"/></Relationships>
</file>

<file path=ppt/slideLayouts/_rels/slideLayout211.xml.rels><?xml version='1.0' encoding='UTF-8' standalone='yes'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Master" Target="../slideMasters/slideMaster1.xml"/></Relationships>
</file>

<file path=ppt/slideLayouts/_rels/slideLayout2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200.xml><?xml version="1.0" encoding="utf-8"?>
<p:sldLayout xmlns:p="http://schemas.openxmlformats.org/presentationml/2006/main" xmlns:a="http://schemas.openxmlformats.org/drawingml/2006/main" xmlns:r="http://schemas.openxmlformats.org/officeDocument/2006/relationships" type="blank" preserve="1" showMasterSp="0">
  <p:cSld name="封面">
    <p:spTree xmlns:a="http://schemas.openxmlformats.org/drawingml/2006/main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 xmlns:p="http://schemas.openxmlformats.org/presentationml/2006/main" xmlns:a="http://schemas.openxmlformats.org/drawingml/2006/main" xmlns:r="http://schemas.openxmlformats.org/officeDocument/2006/relationships">
        <p:nvPicPr>
          <p:cNvPr id="1004" name="pic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09600" y="762000"/>
            <a:ext cx="1964531" cy="762000"/>
          </a:xfrm>
          <a:prstGeom prst="rect">
            <a:avLst/>
          </a:prstGeom>
        </p:spPr>
      </p:pic>
      <p:sp xmlns:p="http://schemas.openxmlformats.org/presentationml/2006/main" xmlns:a="http://schemas.openxmlformats.org/drawingml/2006/main">
        <p:nvSpPr>
          <p:cNvPr id="1005" name="logo分隔线"/>
          <p:cNvSpPr/>
          <p:nvPr/>
        </p:nvSpPr>
        <p:spPr>
          <a:xfrm>
            <a:off x="2821781" y="847725"/>
            <a:ext cx="9525" cy="590550"/>
          </a:xfrm>
          <a:prstGeom prst="rect">
            <a:avLst/>
          </a:prstGeom>
          <a:solidFill>
            <a:srgbClr val="E4E4DE"/>
          </a:solidFill>
          <a:ln>
            <a:noFill/>
          </a:ln>
        </p:spPr>
        <p:txBody>
          <a:bodyPr/>
          <a:lstStyle/>
          <a:p/>
        </p:txBody>
      </p:sp>
      <p:pic xmlns:p="http://schemas.openxmlformats.org/presentationml/2006/main" xmlns:a="http://schemas.openxmlformats.org/drawingml/2006/main" xmlns:r="http://schemas.openxmlformats.org/officeDocument/2006/relationships">
        <p:nvPicPr>
          <p:cNvPr id="1006" name="pic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69431" y="904875"/>
            <a:ext cx="2515340" cy="476250"/>
          </a:xfrm>
          <a:prstGeom prst="rect">
            <a:avLst/>
          </a:prstGeom>
        </p:spPr>
      </p:pic>
      <p:sp xmlns:p="http://schemas.openxmlformats.org/presentationml/2006/main" xmlns:a="http://schemas.openxmlformats.org/drawingml/2006/main">
        <p:nvSpPr>
          <p:cNvPr id="1007" name="描边菱形"/>
          <p:cNvSpPr/>
          <p:nvPr/>
        </p:nvSpPr>
        <p:spPr>
          <a:xfrm rot="2700000">
            <a:off x="9258300" y="914400"/>
            <a:ext cx="1809750" cy="1809750"/>
          </a:xfrm>
          <a:prstGeom prst="rect">
            <a:avLst/>
          </a:prstGeom>
          <a:noFill/>
          <a:ln w="14288">
            <a:solidFill>
              <a:srgbClr val="CFD3C8"/>
            </a:solidFill>
          </a:ln>
        </p:spPr>
        <p:txBody>
          <a:bodyPr/>
          <a:lstStyle/>
          <a:p/>
        </p:txBody>
      </p:sp>
      <p:sp xmlns:p="http://schemas.openxmlformats.org/presentationml/2006/main" xmlns:a="http://schemas.openxmlformats.org/drawingml/2006/main">
        <p:nvSpPr>
          <p:cNvPr id="1008" name="绿菱形"/>
          <p:cNvSpPr/>
          <p:nvPr/>
        </p:nvSpPr>
        <p:spPr>
          <a:xfrm rot="2700000">
            <a:off x="8572500" y="1219200"/>
            <a:ext cx="2190750" cy="2190750"/>
          </a:xfrm>
          <a:prstGeom prst="rect">
            <a:avLst/>
          </a:prstGeom>
          <a:solidFill>
            <a:srgbClr val="4D7C2B"/>
          </a:solidFill>
          <a:ln>
            <a:noFill/>
          </a:ln>
        </p:spPr>
        <p:txBody>
          <a:bodyPr/>
          <a:lstStyle/>
          <a:p/>
        </p:txBody>
      </p:sp>
      <p:sp xmlns:p="http://schemas.openxmlformats.org/presentationml/2006/main" xmlns:a="http://schemas.openxmlformats.org/drawingml/2006/main">
        <p:nvSpPr>
          <p:cNvPr id="1009" name="金菱形"/>
          <p:cNvSpPr/>
          <p:nvPr/>
        </p:nvSpPr>
        <p:spPr>
          <a:xfrm rot="2700000">
            <a:off x="9848850" y="2724150"/>
            <a:ext cx="1428750" cy="1428750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txBody>
          <a:bodyPr/>
          <a:lstStyle/>
          <a:p/>
        </p:txBody>
      </p:sp>
    </p:spTree>
  </p:cSld>
  <p:clrMapOvr>
    <a:masterClrMapping/>
  </p:clrMapOvr>
</p:sldLayout>
</file>

<file path=ppt/slideLayouts/slideLayout201.xml><?xml version="1.0" encoding="utf-8"?>
<p:sldLayout xmlns:p="http://schemas.openxmlformats.org/presentationml/2006/main" xmlns:a="http://schemas.openxmlformats.org/drawingml/2006/main" xmlns:r="http://schemas.openxmlformats.org/officeDocument/2006/relationships" type="blank" preserve="1" showMasterSp="1">
  <p:cSld name="目录">
    <p:spTree xmlns:a="http://schemas.openxmlformats.org/drawingml/2006/main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xmlns:p="http://schemas.openxmlformats.org/presentationml/2006/main" xmlns:a="http://schemas.openxmlformats.org/drawingml/2006/main">
        <p:nvSpPr>
          <p:cNvPr id="1010" name="进度段1"/>
          <p:cNvSpPr/>
          <p:nvPr/>
        </p:nvSpPr>
        <p:spPr>
          <a:xfrm>
            <a:off x="504825" y="890588"/>
            <a:ext cx="457200" cy="85725"/>
          </a:xfrm>
          <a:prstGeom prst="rect">
            <a:avLst/>
          </a:prstGeom>
          <a:solidFill>
            <a:srgbClr val="4D7C2B"/>
          </a:solidFill>
          <a:ln>
            <a:noFill/>
          </a:ln>
        </p:spPr>
        <p:txBody>
          <a:bodyPr/>
          <a:lstStyle/>
          <a:p/>
        </p:txBody>
      </p:sp>
      <p:sp xmlns:p="http://schemas.openxmlformats.org/presentationml/2006/main" xmlns:a="http://schemas.openxmlformats.org/drawingml/2006/main">
        <p:nvSpPr>
          <p:cNvPr id="1011" name="进度段2"/>
          <p:cNvSpPr/>
          <p:nvPr/>
        </p:nvSpPr>
        <p:spPr>
          <a:xfrm>
            <a:off x="1028700" y="890588"/>
            <a:ext cx="457200" cy="85725"/>
          </a:xfrm>
          <a:prstGeom prst="rect">
            <a:avLst/>
          </a:prstGeom>
          <a:solidFill>
            <a:srgbClr val="DDE1D8"/>
          </a:solidFill>
          <a:ln>
            <a:noFill/>
          </a:ln>
        </p:spPr>
        <p:txBody>
          <a:bodyPr/>
          <a:lstStyle/>
          <a:p/>
        </p:txBody>
      </p:sp>
      <p:sp xmlns:p="http://schemas.openxmlformats.org/presentationml/2006/main" xmlns:a="http://schemas.openxmlformats.org/drawingml/2006/main">
        <p:nvSpPr>
          <p:cNvPr id="1012" name="进度段3"/>
          <p:cNvSpPr/>
          <p:nvPr/>
        </p:nvSpPr>
        <p:spPr>
          <a:xfrm>
            <a:off x="1552575" y="890588"/>
            <a:ext cx="457200" cy="85725"/>
          </a:xfrm>
          <a:prstGeom prst="rect">
            <a:avLst/>
          </a:prstGeom>
          <a:solidFill>
            <a:srgbClr val="DDE1D8"/>
          </a:solidFill>
          <a:ln>
            <a:noFill/>
          </a:ln>
        </p:spPr>
        <p:txBody>
          <a:bodyPr/>
          <a:lstStyle/>
          <a:p/>
        </p:txBody>
      </p:sp>
      <p:sp xmlns:p="http://schemas.openxmlformats.org/presentationml/2006/main" xmlns:a="http://schemas.openxmlformats.org/drawingml/2006/main">
        <p:nvSpPr>
          <p:cNvPr id="1013" name="进度段4"/>
          <p:cNvSpPr/>
          <p:nvPr/>
        </p:nvSpPr>
        <p:spPr>
          <a:xfrm>
            <a:off x="2076450" y="890588"/>
            <a:ext cx="457200" cy="85725"/>
          </a:xfrm>
          <a:prstGeom prst="rect">
            <a:avLst/>
          </a:prstGeom>
          <a:solidFill>
            <a:srgbClr val="DDE1D8"/>
          </a:solidFill>
          <a:ln>
            <a:noFill/>
          </a:ln>
        </p:spPr>
        <p:txBody>
          <a:bodyPr/>
          <a:lstStyle/>
          <a:p/>
        </p:txBody>
      </p:sp>
      <p:sp xmlns:p="http://schemas.openxmlformats.org/presentationml/2006/main" xmlns:a="http://schemas.openxmlformats.org/drawingml/2006/main">
        <p:nvSpPr>
          <p:cNvPr id="1014" name="进度段5"/>
          <p:cNvSpPr/>
          <p:nvPr/>
        </p:nvSpPr>
        <p:spPr>
          <a:xfrm>
            <a:off x="2600325" y="890588"/>
            <a:ext cx="457200" cy="85725"/>
          </a:xfrm>
          <a:prstGeom prst="rect">
            <a:avLst/>
          </a:prstGeom>
          <a:solidFill>
            <a:srgbClr val="DDE1D8"/>
          </a:solidFill>
          <a:ln>
            <a:noFill/>
          </a:ln>
        </p:spPr>
        <p:txBody>
          <a:bodyPr/>
          <a:lstStyle/>
          <a:p/>
        </p:txBody>
      </p:sp>
      <p:sp xmlns:p="http://schemas.openxmlformats.org/presentationml/2006/main" xmlns:a="http://schemas.openxmlformats.org/drawingml/2006/main">
        <p:nvSpPr>
          <p:cNvPr id="1015" name="标题占位符"/>
          <p:cNvSpPr>
            <a:spLocks noGrp="1"/>
          </p:cNvSpPr>
          <p:nvPr>
            <p:ph type="title"/>
          </p:nvPr>
        </p:nvSpPr>
        <p:spPr>
          <a:xfrm>
            <a:off x="504825" y="1581150"/>
            <a:ext cx="11182350" cy="47625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zh-CN" altLang="en-US" sz="2800" b="1" dirty="0">
                <a:solidFill>
                  <a:srgbClr val="1A1A1A"/>
                </a:solidFill>
                <a:latin typeface="Palatino Linotype"/>
                <a:ea typeface="Noto Sans SC"/>
                <a:cs typeface="Palatino Linotype"/>
              </a:rPr>
              <a:t>单击编辑标题</a:t>
            </a:r>
          </a:p>
        </p:txBody>
      </p:sp>
      <p:sp xmlns:p="http://schemas.openxmlformats.org/presentationml/2006/main" xmlns:a="http://schemas.openxmlformats.org/drawingml/2006/main">
        <p:nvSpPr>
          <p:cNvPr id="1016" name="金色标题细线"/>
          <p:cNvSpPr/>
          <p:nvPr/>
        </p:nvSpPr>
        <p:spPr>
          <a:xfrm>
            <a:off x="504825" y="2171700"/>
            <a:ext cx="1828800" cy="19050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txBody>
          <a:bodyPr/>
          <a:lstStyle/>
          <a:p/>
        </p:txBody>
      </p:sp>
    </p:spTree>
  </p:cSld>
  <p:clrMapOvr>
    <a:masterClrMapping/>
  </p:clrMapOvr>
</p:sldLayout>
</file>

<file path=ppt/slideLayouts/slideLayout202.xml><?xml version="1.0" encoding="utf-8"?>
<p:sldLayout xmlns:p="http://schemas.openxmlformats.org/presentationml/2006/main" xmlns:a="http://schemas.openxmlformats.org/drawingml/2006/main" xmlns:r="http://schemas.openxmlformats.org/officeDocument/2006/relationships" type="blank" preserve="1" showMasterSp="1">
  <p:cSld name="章节过渡 01">
    <p:spTree xmlns:a="http://schemas.openxmlformats.org/drawingml/2006/main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xmlns:p="http://schemas.openxmlformats.org/presentationml/2006/main" xmlns:a="http://schemas.openxmlformats.org/drawingml/2006/main">
        <p:nvSpPr>
          <p:cNvPr id="1017" name="金菱形"/>
          <p:cNvSpPr/>
          <p:nvPr/>
        </p:nvSpPr>
        <p:spPr>
          <a:xfrm rot="2700000">
            <a:off x="1300162" y="3617595"/>
            <a:ext cx="1409700" cy="1409700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txBody>
          <a:bodyPr/>
          <a:lstStyle/>
          <a:p/>
        </p:txBody>
      </p:sp>
      <p:sp xmlns:p="http://schemas.openxmlformats.org/presentationml/2006/main" xmlns:a="http://schemas.openxmlformats.org/drawingml/2006/main">
        <p:nvSpPr>
          <p:cNvPr id="1018" name="描边菱形"/>
          <p:cNvSpPr/>
          <p:nvPr/>
        </p:nvSpPr>
        <p:spPr>
          <a:xfrm rot="2700000">
            <a:off x="1031558" y="1786890"/>
            <a:ext cx="1866900" cy="1866900"/>
          </a:xfrm>
          <a:prstGeom prst="rect">
            <a:avLst/>
          </a:prstGeom>
          <a:noFill/>
          <a:ln w="14288">
            <a:solidFill>
              <a:srgbClr val="CFD3C8"/>
            </a:solidFill>
          </a:ln>
        </p:spPr>
        <p:txBody>
          <a:bodyPr/>
          <a:lstStyle/>
          <a:p/>
        </p:txBody>
      </p:sp>
      <p:sp xmlns:p="http://schemas.openxmlformats.org/presentationml/2006/main" xmlns:a="http://schemas.openxmlformats.org/drawingml/2006/main">
        <p:nvSpPr>
          <p:cNvPr id="1019" name="绿方块"/>
          <p:cNvSpPr/>
          <p:nvPr/>
        </p:nvSpPr>
        <p:spPr>
          <a:xfrm>
            <a:off x="1000125" y="2428875"/>
            <a:ext cx="2019300" cy="2019300"/>
          </a:xfrm>
          <a:prstGeom prst="rect">
            <a:avLst/>
          </a:prstGeom>
          <a:solidFill>
            <a:srgbClr val="4D7C2B"/>
          </a:solidFill>
          <a:ln>
            <a:noFill/>
          </a:ln>
        </p:spPr>
        <p:txBody>
          <a:bodyPr/>
          <a:lstStyle/>
          <a:p/>
        </p:txBody>
      </p:sp>
      <p:sp xmlns:p="http://schemas.openxmlformats.org/presentationml/2006/main" xmlns:a="http://schemas.openxmlformats.org/drawingml/2006/main">
        <p:nvSpPr>
          <p:cNvPr id="1020" name="金线"/>
          <p:cNvSpPr/>
          <p:nvPr/>
        </p:nvSpPr>
        <p:spPr>
          <a:xfrm>
            <a:off x="3600450" y="3657600"/>
            <a:ext cx="1066800" cy="19050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txBody>
          <a:bodyPr/>
          <a:lstStyle/>
          <a:p/>
        </p:txBody>
      </p:sp>
      <p:sp xmlns:p="http://schemas.openxmlformats.org/presentationml/2006/main" xmlns:a="http://schemas.openxmlformats.org/drawingml/2006/main">
        <p:nvSpPr>
          <p:cNvPr id="1021" name="刻度1"/>
          <p:cNvSpPr/>
          <p:nvPr/>
        </p:nvSpPr>
        <p:spPr>
          <a:xfrm>
            <a:off x="3600450" y="3848100"/>
            <a:ext cx="323850" cy="38100"/>
          </a:xfrm>
          <a:prstGeom prst="rect">
            <a:avLst/>
          </a:prstGeom>
          <a:solidFill>
            <a:srgbClr val="4D7C2B"/>
          </a:solidFill>
          <a:ln>
            <a:noFill/>
          </a:ln>
        </p:spPr>
        <p:txBody>
          <a:bodyPr/>
          <a:lstStyle/>
          <a:p/>
        </p:txBody>
      </p:sp>
      <p:sp xmlns:p="http://schemas.openxmlformats.org/presentationml/2006/main" xmlns:a="http://schemas.openxmlformats.org/drawingml/2006/main">
        <p:nvSpPr>
          <p:cNvPr id="1022" name="刻度2"/>
          <p:cNvSpPr/>
          <p:nvPr/>
        </p:nvSpPr>
        <p:spPr>
          <a:xfrm>
            <a:off x="3971925" y="3848100"/>
            <a:ext cx="323850" cy="38100"/>
          </a:xfrm>
          <a:prstGeom prst="rect">
            <a:avLst/>
          </a:prstGeom>
          <a:solidFill>
            <a:srgbClr val="E4E4DE"/>
          </a:solidFill>
          <a:ln>
            <a:noFill/>
          </a:ln>
        </p:spPr>
        <p:txBody>
          <a:bodyPr/>
          <a:lstStyle/>
          <a:p/>
        </p:txBody>
      </p:sp>
      <p:sp xmlns:p="http://schemas.openxmlformats.org/presentationml/2006/main" xmlns:a="http://schemas.openxmlformats.org/drawingml/2006/main">
        <p:nvSpPr>
          <p:cNvPr id="1023" name="刻度3"/>
          <p:cNvSpPr/>
          <p:nvPr/>
        </p:nvSpPr>
        <p:spPr>
          <a:xfrm>
            <a:off x="4343400" y="3848100"/>
            <a:ext cx="323850" cy="38100"/>
          </a:xfrm>
          <a:prstGeom prst="rect">
            <a:avLst/>
          </a:prstGeom>
          <a:solidFill>
            <a:srgbClr val="E4E4DE"/>
          </a:solidFill>
          <a:ln>
            <a:noFill/>
          </a:ln>
        </p:spPr>
        <p:txBody>
          <a:bodyPr/>
          <a:lstStyle/>
          <a:p/>
        </p:txBody>
      </p:sp>
      <p:sp xmlns:p="http://schemas.openxmlformats.org/presentationml/2006/main" xmlns:a="http://schemas.openxmlformats.org/drawingml/2006/main">
        <p:nvSpPr>
          <p:cNvPr id="1024" name="刻度4"/>
          <p:cNvSpPr/>
          <p:nvPr/>
        </p:nvSpPr>
        <p:spPr>
          <a:xfrm>
            <a:off x="4714875" y="3848100"/>
            <a:ext cx="323850" cy="38100"/>
          </a:xfrm>
          <a:prstGeom prst="rect">
            <a:avLst/>
          </a:prstGeom>
          <a:solidFill>
            <a:srgbClr val="E4E4DE"/>
          </a:solidFill>
          <a:ln>
            <a:noFill/>
          </a:ln>
        </p:spPr>
        <p:txBody>
          <a:bodyPr/>
          <a:lstStyle/>
          <a:p/>
        </p:txBody>
      </p:sp>
      <p:sp xmlns:p="http://schemas.openxmlformats.org/presentationml/2006/main" xmlns:a="http://schemas.openxmlformats.org/drawingml/2006/main">
        <p:nvSpPr>
          <p:cNvPr id="1025" name="刻度5"/>
          <p:cNvSpPr/>
          <p:nvPr/>
        </p:nvSpPr>
        <p:spPr>
          <a:xfrm>
            <a:off x="5086350" y="3848100"/>
            <a:ext cx="323850" cy="38100"/>
          </a:xfrm>
          <a:prstGeom prst="rect">
            <a:avLst/>
          </a:prstGeom>
          <a:solidFill>
            <a:srgbClr val="E4E4DE"/>
          </a:solidFill>
          <a:ln>
            <a:noFill/>
          </a:ln>
        </p:spPr>
        <p:txBody>
          <a:bodyPr/>
          <a:lstStyle/>
          <a:p/>
        </p:txBody>
      </p:sp>
    </p:spTree>
  </p:cSld>
  <p:clrMapOvr>
    <a:masterClrMapping/>
  </p:clrMapOvr>
</p:sldLayout>
</file>

<file path=ppt/slideLayouts/slideLayout203.xml><?xml version="1.0" encoding="utf-8"?>
<p:sldLayout xmlns:p="http://schemas.openxmlformats.org/presentationml/2006/main" xmlns:a="http://schemas.openxmlformats.org/drawingml/2006/main" xmlns:r="http://schemas.openxmlformats.org/officeDocument/2006/relationships" type="blank" preserve="1" showMasterSp="1">
  <p:cSld name="章节过渡 02">
    <p:spTree xmlns:a="http://schemas.openxmlformats.org/drawingml/2006/main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xmlns:p="http://schemas.openxmlformats.org/presentationml/2006/main" xmlns:a="http://schemas.openxmlformats.org/drawingml/2006/main">
        <p:nvSpPr>
          <p:cNvPr id="1026" name="金菱形"/>
          <p:cNvSpPr/>
          <p:nvPr/>
        </p:nvSpPr>
        <p:spPr>
          <a:xfrm rot="2700000">
            <a:off x="1300162" y="3617595"/>
            <a:ext cx="1409700" cy="1409700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txBody>
          <a:bodyPr/>
          <a:lstStyle/>
          <a:p/>
        </p:txBody>
      </p:sp>
      <p:sp xmlns:p="http://schemas.openxmlformats.org/presentationml/2006/main" xmlns:a="http://schemas.openxmlformats.org/drawingml/2006/main">
        <p:nvSpPr>
          <p:cNvPr id="1027" name="描边菱形"/>
          <p:cNvSpPr/>
          <p:nvPr/>
        </p:nvSpPr>
        <p:spPr>
          <a:xfrm rot="2700000">
            <a:off x="1031558" y="1786890"/>
            <a:ext cx="1866900" cy="1866900"/>
          </a:xfrm>
          <a:prstGeom prst="rect">
            <a:avLst/>
          </a:prstGeom>
          <a:noFill/>
          <a:ln w="14288">
            <a:solidFill>
              <a:srgbClr val="CFD3C8"/>
            </a:solidFill>
          </a:ln>
        </p:spPr>
        <p:txBody>
          <a:bodyPr/>
          <a:lstStyle/>
          <a:p/>
        </p:txBody>
      </p:sp>
      <p:sp xmlns:p="http://schemas.openxmlformats.org/presentationml/2006/main" xmlns:a="http://schemas.openxmlformats.org/drawingml/2006/main">
        <p:nvSpPr>
          <p:cNvPr id="1028" name="绿方块"/>
          <p:cNvSpPr/>
          <p:nvPr/>
        </p:nvSpPr>
        <p:spPr>
          <a:xfrm>
            <a:off x="1000125" y="2428875"/>
            <a:ext cx="2019300" cy="2019300"/>
          </a:xfrm>
          <a:prstGeom prst="rect">
            <a:avLst/>
          </a:prstGeom>
          <a:solidFill>
            <a:srgbClr val="4D7C2B"/>
          </a:solidFill>
          <a:ln>
            <a:noFill/>
          </a:ln>
        </p:spPr>
        <p:txBody>
          <a:bodyPr/>
          <a:lstStyle/>
          <a:p/>
        </p:txBody>
      </p:sp>
      <p:sp xmlns:p="http://schemas.openxmlformats.org/presentationml/2006/main" xmlns:a="http://schemas.openxmlformats.org/drawingml/2006/main">
        <p:nvSpPr>
          <p:cNvPr id="1029" name="金线"/>
          <p:cNvSpPr/>
          <p:nvPr/>
        </p:nvSpPr>
        <p:spPr>
          <a:xfrm>
            <a:off x="3600450" y="3657600"/>
            <a:ext cx="1066800" cy="19050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txBody>
          <a:bodyPr/>
          <a:lstStyle/>
          <a:p/>
        </p:txBody>
      </p:sp>
      <p:sp xmlns:p="http://schemas.openxmlformats.org/presentationml/2006/main" xmlns:a="http://schemas.openxmlformats.org/drawingml/2006/main">
        <p:nvSpPr>
          <p:cNvPr id="1030" name="刻度1"/>
          <p:cNvSpPr/>
          <p:nvPr/>
        </p:nvSpPr>
        <p:spPr>
          <a:xfrm>
            <a:off x="3600450" y="3848100"/>
            <a:ext cx="323850" cy="38100"/>
          </a:xfrm>
          <a:prstGeom prst="rect">
            <a:avLst/>
          </a:prstGeom>
          <a:solidFill>
            <a:srgbClr val="4D7C2B"/>
          </a:solidFill>
          <a:ln>
            <a:noFill/>
          </a:ln>
        </p:spPr>
        <p:txBody>
          <a:bodyPr/>
          <a:lstStyle/>
          <a:p/>
        </p:txBody>
      </p:sp>
      <p:sp xmlns:p="http://schemas.openxmlformats.org/presentationml/2006/main" xmlns:a="http://schemas.openxmlformats.org/drawingml/2006/main">
        <p:nvSpPr>
          <p:cNvPr id="1031" name="刻度2"/>
          <p:cNvSpPr/>
          <p:nvPr/>
        </p:nvSpPr>
        <p:spPr>
          <a:xfrm>
            <a:off x="3971925" y="3848100"/>
            <a:ext cx="323850" cy="38100"/>
          </a:xfrm>
          <a:prstGeom prst="rect">
            <a:avLst/>
          </a:prstGeom>
          <a:solidFill>
            <a:srgbClr val="4D7C2B"/>
          </a:solidFill>
          <a:ln>
            <a:noFill/>
          </a:ln>
        </p:spPr>
        <p:txBody>
          <a:bodyPr/>
          <a:lstStyle/>
          <a:p/>
        </p:txBody>
      </p:sp>
      <p:sp xmlns:p="http://schemas.openxmlformats.org/presentationml/2006/main" xmlns:a="http://schemas.openxmlformats.org/drawingml/2006/main">
        <p:nvSpPr>
          <p:cNvPr id="1032" name="刻度3"/>
          <p:cNvSpPr/>
          <p:nvPr/>
        </p:nvSpPr>
        <p:spPr>
          <a:xfrm>
            <a:off x="4343400" y="3848100"/>
            <a:ext cx="323850" cy="38100"/>
          </a:xfrm>
          <a:prstGeom prst="rect">
            <a:avLst/>
          </a:prstGeom>
          <a:solidFill>
            <a:srgbClr val="E4E4DE"/>
          </a:solidFill>
          <a:ln>
            <a:noFill/>
          </a:ln>
        </p:spPr>
        <p:txBody>
          <a:bodyPr/>
          <a:lstStyle/>
          <a:p/>
        </p:txBody>
      </p:sp>
      <p:sp xmlns:p="http://schemas.openxmlformats.org/presentationml/2006/main" xmlns:a="http://schemas.openxmlformats.org/drawingml/2006/main">
        <p:nvSpPr>
          <p:cNvPr id="1033" name="刻度4"/>
          <p:cNvSpPr/>
          <p:nvPr/>
        </p:nvSpPr>
        <p:spPr>
          <a:xfrm>
            <a:off x="4714875" y="3848100"/>
            <a:ext cx="323850" cy="38100"/>
          </a:xfrm>
          <a:prstGeom prst="rect">
            <a:avLst/>
          </a:prstGeom>
          <a:solidFill>
            <a:srgbClr val="E4E4DE"/>
          </a:solidFill>
          <a:ln>
            <a:noFill/>
          </a:ln>
        </p:spPr>
        <p:txBody>
          <a:bodyPr/>
          <a:lstStyle/>
          <a:p/>
        </p:txBody>
      </p:sp>
      <p:sp xmlns:p="http://schemas.openxmlformats.org/presentationml/2006/main" xmlns:a="http://schemas.openxmlformats.org/drawingml/2006/main">
        <p:nvSpPr>
          <p:cNvPr id="1034" name="刻度5"/>
          <p:cNvSpPr/>
          <p:nvPr/>
        </p:nvSpPr>
        <p:spPr>
          <a:xfrm>
            <a:off x="5086350" y="3848100"/>
            <a:ext cx="323850" cy="38100"/>
          </a:xfrm>
          <a:prstGeom prst="rect">
            <a:avLst/>
          </a:prstGeom>
          <a:solidFill>
            <a:srgbClr val="E4E4DE"/>
          </a:solidFill>
          <a:ln>
            <a:noFill/>
          </a:ln>
        </p:spPr>
        <p:txBody>
          <a:bodyPr/>
          <a:lstStyle/>
          <a:p/>
        </p:txBody>
      </p:sp>
    </p:spTree>
  </p:cSld>
  <p:clrMapOvr>
    <a:masterClrMapping/>
  </p:clrMapOvr>
</p:sldLayout>
</file>

<file path=ppt/slideLayouts/slideLayout204.xml><?xml version="1.0" encoding="utf-8"?>
<p:sldLayout xmlns:p="http://schemas.openxmlformats.org/presentationml/2006/main" xmlns:a="http://schemas.openxmlformats.org/drawingml/2006/main" xmlns:r="http://schemas.openxmlformats.org/officeDocument/2006/relationships" type="blank" preserve="1" showMasterSp="1">
  <p:cSld name="章节过渡 03">
    <p:spTree xmlns:a="http://schemas.openxmlformats.org/drawingml/2006/main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xmlns:p="http://schemas.openxmlformats.org/presentationml/2006/main" xmlns:a="http://schemas.openxmlformats.org/drawingml/2006/main">
        <p:nvSpPr>
          <p:cNvPr id="1035" name="金菱形"/>
          <p:cNvSpPr/>
          <p:nvPr/>
        </p:nvSpPr>
        <p:spPr>
          <a:xfrm rot="2700000">
            <a:off x="1300162" y="3617595"/>
            <a:ext cx="1409700" cy="1409700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txBody>
          <a:bodyPr/>
          <a:lstStyle/>
          <a:p/>
        </p:txBody>
      </p:sp>
      <p:sp xmlns:p="http://schemas.openxmlformats.org/presentationml/2006/main" xmlns:a="http://schemas.openxmlformats.org/drawingml/2006/main">
        <p:nvSpPr>
          <p:cNvPr id="1036" name="描边菱形"/>
          <p:cNvSpPr/>
          <p:nvPr/>
        </p:nvSpPr>
        <p:spPr>
          <a:xfrm rot="2700000">
            <a:off x="1031558" y="1786890"/>
            <a:ext cx="1866900" cy="1866900"/>
          </a:xfrm>
          <a:prstGeom prst="rect">
            <a:avLst/>
          </a:prstGeom>
          <a:noFill/>
          <a:ln w="14288">
            <a:solidFill>
              <a:srgbClr val="CFD3C8"/>
            </a:solidFill>
          </a:ln>
        </p:spPr>
        <p:txBody>
          <a:bodyPr/>
          <a:lstStyle/>
          <a:p/>
        </p:txBody>
      </p:sp>
      <p:sp xmlns:p="http://schemas.openxmlformats.org/presentationml/2006/main" xmlns:a="http://schemas.openxmlformats.org/drawingml/2006/main">
        <p:nvSpPr>
          <p:cNvPr id="1037" name="绿方块"/>
          <p:cNvSpPr/>
          <p:nvPr/>
        </p:nvSpPr>
        <p:spPr>
          <a:xfrm>
            <a:off x="1000125" y="2428875"/>
            <a:ext cx="2019300" cy="2019300"/>
          </a:xfrm>
          <a:prstGeom prst="rect">
            <a:avLst/>
          </a:prstGeom>
          <a:solidFill>
            <a:srgbClr val="4D7C2B"/>
          </a:solidFill>
          <a:ln>
            <a:noFill/>
          </a:ln>
        </p:spPr>
        <p:txBody>
          <a:bodyPr/>
          <a:lstStyle/>
          <a:p/>
        </p:txBody>
      </p:sp>
      <p:sp xmlns:p="http://schemas.openxmlformats.org/presentationml/2006/main" xmlns:a="http://schemas.openxmlformats.org/drawingml/2006/main">
        <p:nvSpPr>
          <p:cNvPr id="1038" name="金线"/>
          <p:cNvSpPr/>
          <p:nvPr/>
        </p:nvSpPr>
        <p:spPr>
          <a:xfrm>
            <a:off x="3600450" y="3657600"/>
            <a:ext cx="1066800" cy="19050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txBody>
          <a:bodyPr/>
          <a:lstStyle/>
          <a:p/>
        </p:txBody>
      </p:sp>
      <p:sp xmlns:p="http://schemas.openxmlformats.org/presentationml/2006/main" xmlns:a="http://schemas.openxmlformats.org/drawingml/2006/main">
        <p:nvSpPr>
          <p:cNvPr id="1039" name="刻度1"/>
          <p:cNvSpPr/>
          <p:nvPr/>
        </p:nvSpPr>
        <p:spPr>
          <a:xfrm>
            <a:off x="3600450" y="3848100"/>
            <a:ext cx="323850" cy="38100"/>
          </a:xfrm>
          <a:prstGeom prst="rect">
            <a:avLst/>
          </a:prstGeom>
          <a:solidFill>
            <a:srgbClr val="4D7C2B"/>
          </a:solidFill>
          <a:ln>
            <a:noFill/>
          </a:ln>
        </p:spPr>
        <p:txBody>
          <a:bodyPr/>
          <a:lstStyle/>
          <a:p/>
        </p:txBody>
      </p:sp>
      <p:sp xmlns:p="http://schemas.openxmlformats.org/presentationml/2006/main" xmlns:a="http://schemas.openxmlformats.org/drawingml/2006/main">
        <p:nvSpPr>
          <p:cNvPr id="1040" name="刻度2"/>
          <p:cNvSpPr/>
          <p:nvPr/>
        </p:nvSpPr>
        <p:spPr>
          <a:xfrm>
            <a:off x="3971925" y="3848100"/>
            <a:ext cx="323850" cy="38100"/>
          </a:xfrm>
          <a:prstGeom prst="rect">
            <a:avLst/>
          </a:prstGeom>
          <a:solidFill>
            <a:srgbClr val="4D7C2B"/>
          </a:solidFill>
          <a:ln>
            <a:noFill/>
          </a:ln>
        </p:spPr>
        <p:txBody>
          <a:bodyPr/>
          <a:lstStyle/>
          <a:p/>
        </p:txBody>
      </p:sp>
      <p:sp xmlns:p="http://schemas.openxmlformats.org/presentationml/2006/main" xmlns:a="http://schemas.openxmlformats.org/drawingml/2006/main">
        <p:nvSpPr>
          <p:cNvPr id="1041" name="刻度3"/>
          <p:cNvSpPr/>
          <p:nvPr/>
        </p:nvSpPr>
        <p:spPr>
          <a:xfrm>
            <a:off x="4343400" y="3848100"/>
            <a:ext cx="323850" cy="38100"/>
          </a:xfrm>
          <a:prstGeom prst="rect">
            <a:avLst/>
          </a:prstGeom>
          <a:solidFill>
            <a:srgbClr val="4D7C2B"/>
          </a:solidFill>
          <a:ln>
            <a:noFill/>
          </a:ln>
        </p:spPr>
        <p:txBody>
          <a:bodyPr/>
          <a:lstStyle/>
          <a:p/>
        </p:txBody>
      </p:sp>
      <p:sp xmlns:p="http://schemas.openxmlformats.org/presentationml/2006/main" xmlns:a="http://schemas.openxmlformats.org/drawingml/2006/main">
        <p:nvSpPr>
          <p:cNvPr id="1042" name="刻度4"/>
          <p:cNvSpPr/>
          <p:nvPr/>
        </p:nvSpPr>
        <p:spPr>
          <a:xfrm>
            <a:off x="4714875" y="3848100"/>
            <a:ext cx="323850" cy="38100"/>
          </a:xfrm>
          <a:prstGeom prst="rect">
            <a:avLst/>
          </a:prstGeom>
          <a:solidFill>
            <a:srgbClr val="E4E4DE"/>
          </a:solidFill>
          <a:ln>
            <a:noFill/>
          </a:ln>
        </p:spPr>
        <p:txBody>
          <a:bodyPr/>
          <a:lstStyle/>
          <a:p/>
        </p:txBody>
      </p:sp>
      <p:sp xmlns:p="http://schemas.openxmlformats.org/presentationml/2006/main" xmlns:a="http://schemas.openxmlformats.org/drawingml/2006/main">
        <p:nvSpPr>
          <p:cNvPr id="1043" name="刻度5"/>
          <p:cNvSpPr/>
          <p:nvPr/>
        </p:nvSpPr>
        <p:spPr>
          <a:xfrm>
            <a:off x="5086350" y="3848100"/>
            <a:ext cx="323850" cy="38100"/>
          </a:xfrm>
          <a:prstGeom prst="rect">
            <a:avLst/>
          </a:prstGeom>
          <a:solidFill>
            <a:srgbClr val="E4E4DE"/>
          </a:solidFill>
          <a:ln>
            <a:noFill/>
          </a:ln>
        </p:spPr>
        <p:txBody>
          <a:bodyPr/>
          <a:lstStyle/>
          <a:p/>
        </p:txBody>
      </p:sp>
    </p:spTree>
  </p:cSld>
  <p:clrMapOvr>
    <a:masterClrMapping/>
  </p:clrMapOvr>
</p:sldLayout>
</file>

<file path=ppt/slideLayouts/slideLayout205.xml><?xml version="1.0" encoding="utf-8"?>
<p:sldLayout xmlns:p="http://schemas.openxmlformats.org/presentationml/2006/main" xmlns:a="http://schemas.openxmlformats.org/drawingml/2006/main" xmlns:r="http://schemas.openxmlformats.org/officeDocument/2006/relationships" type="blank" preserve="1" showMasterSp="1">
  <p:cSld name="章节过渡 04">
    <p:spTree xmlns:a="http://schemas.openxmlformats.org/drawingml/2006/main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xmlns:p="http://schemas.openxmlformats.org/presentationml/2006/main" xmlns:a="http://schemas.openxmlformats.org/drawingml/2006/main">
        <p:nvSpPr>
          <p:cNvPr id="1044" name="金菱形"/>
          <p:cNvSpPr/>
          <p:nvPr/>
        </p:nvSpPr>
        <p:spPr>
          <a:xfrm rot="2700000">
            <a:off x="1300162" y="3617595"/>
            <a:ext cx="1409700" cy="1409700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txBody>
          <a:bodyPr/>
          <a:lstStyle/>
          <a:p/>
        </p:txBody>
      </p:sp>
      <p:sp xmlns:p="http://schemas.openxmlformats.org/presentationml/2006/main" xmlns:a="http://schemas.openxmlformats.org/drawingml/2006/main">
        <p:nvSpPr>
          <p:cNvPr id="1045" name="描边菱形"/>
          <p:cNvSpPr/>
          <p:nvPr/>
        </p:nvSpPr>
        <p:spPr>
          <a:xfrm rot="2700000">
            <a:off x="1031558" y="1786890"/>
            <a:ext cx="1866900" cy="1866900"/>
          </a:xfrm>
          <a:prstGeom prst="rect">
            <a:avLst/>
          </a:prstGeom>
          <a:noFill/>
          <a:ln w="14288">
            <a:solidFill>
              <a:srgbClr val="CFD3C8"/>
            </a:solidFill>
          </a:ln>
        </p:spPr>
        <p:txBody>
          <a:bodyPr/>
          <a:lstStyle/>
          <a:p/>
        </p:txBody>
      </p:sp>
      <p:sp xmlns:p="http://schemas.openxmlformats.org/presentationml/2006/main" xmlns:a="http://schemas.openxmlformats.org/drawingml/2006/main">
        <p:nvSpPr>
          <p:cNvPr id="1046" name="绿方块"/>
          <p:cNvSpPr/>
          <p:nvPr/>
        </p:nvSpPr>
        <p:spPr>
          <a:xfrm>
            <a:off x="1000125" y="2428875"/>
            <a:ext cx="2019300" cy="2019300"/>
          </a:xfrm>
          <a:prstGeom prst="rect">
            <a:avLst/>
          </a:prstGeom>
          <a:solidFill>
            <a:srgbClr val="4D7C2B"/>
          </a:solidFill>
          <a:ln>
            <a:noFill/>
          </a:ln>
        </p:spPr>
        <p:txBody>
          <a:bodyPr/>
          <a:lstStyle/>
          <a:p/>
        </p:txBody>
      </p:sp>
      <p:sp xmlns:p="http://schemas.openxmlformats.org/presentationml/2006/main" xmlns:a="http://schemas.openxmlformats.org/drawingml/2006/main">
        <p:nvSpPr>
          <p:cNvPr id="1047" name="金线"/>
          <p:cNvSpPr/>
          <p:nvPr/>
        </p:nvSpPr>
        <p:spPr>
          <a:xfrm>
            <a:off x="3600450" y="3657600"/>
            <a:ext cx="1066800" cy="19050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txBody>
          <a:bodyPr/>
          <a:lstStyle/>
          <a:p/>
        </p:txBody>
      </p:sp>
      <p:sp xmlns:p="http://schemas.openxmlformats.org/presentationml/2006/main" xmlns:a="http://schemas.openxmlformats.org/drawingml/2006/main">
        <p:nvSpPr>
          <p:cNvPr id="1048" name="刻度1"/>
          <p:cNvSpPr/>
          <p:nvPr/>
        </p:nvSpPr>
        <p:spPr>
          <a:xfrm>
            <a:off x="3600450" y="3848100"/>
            <a:ext cx="323850" cy="38100"/>
          </a:xfrm>
          <a:prstGeom prst="rect">
            <a:avLst/>
          </a:prstGeom>
          <a:solidFill>
            <a:srgbClr val="4D7C2B"/>
          </a:solidFill>
          <a:ln>
            <a:noFill/>
          </a:ln>
        </p:spPr>
        <p:txBody>
          <a:bodyPr/>
          <a:lstStyle/>
          <a:p/>
        </p:txBody>
      </p:sp>
      <p:sp xmlns:p="http://schemas.openxmlformats.org/presentationml/2006/main" xmlns:a="http://schemas.openxmlformats.org/drawingml/2006/main">
        <p:nvSpPr>
          <p:cNvPr id="1049" name="刻度2"/>
          <p:cNvSpPr/>
          <p:nvPr/>
        </p:nvSpPr>
        <p:spPr>
          <a:xfrm>
            <a:off x="3971925" y="3848100"/>
            <a:ext cx="323850" cy="38100"/>
          </a:xfrm>
          <a:prstGeom prst="rect">
            <a:avLst/>
          </a:prstGeom>
          <a:solidFill>
            <a:srgbClr val="4D7C2B"/>
          </a:solidFill>
          <a:ln>
            <a:noFill/>
          </a:ln>
        </p:spPr>
        <p:txBody>
          <a:bodyPr/>
          <a:lstStyle/>
          <a:p/>
        </p:txBody>
      </p:sp>
      <p:sp xmlns:p="http://schemas.openxmlformats.org/presentationml/2006/main" xmlns:a="http://schemas.openxmlformats.org/drawingml/2006/main">
        <p:nvSpPr>
          <p:cNvPr id="1050" name="刻度3"/>
          <p:cNvSpPr/>
          <p:nvPr/>
        </p:nvSpPr>
        <p:spPr>
          <a:xfrm>
            <a:off x="4343400" y="3848100"/>
            <a:ext cx="323850" cy="38100"/>
          </a:xfrm>
          <a:prstGeom prst="rect">
            <a:avLst/>
          </a:prstGeom>
          <a:solidFill>
            <a:srgbClr val="4D7C2B"/>
          </a:solidFill>
          <a:ln>
            <a:noFill/>
          </a:ln>
        </p:spPr>
        <p:txBody>
          <a:bodyPr/>
          <a:lstStyle/>
          <a:p/>
        </p:txBody>
      </p:sp>
      <p:sp xmlns:p="http://schemas.openxmlformats.org/presentationml/2006/main" xmlns:a="http://schemas.openxmlformats.org/drawingml/2006/main">
        <p:nvSpPr>
          <p:cNvPr id="1051" name="刻度4"/>
          <p:cNvSpPr/>
          <p:nvPr/>
        </p:nvSpPr>
        <p:spPr>
          <a:xfrm>
            <a:off x="4714875" y="3848100"/>
            <a:ext cx="323850" cy="38100"/>
          </a:xfrm>
          <a:prstGeom prst="rect">
            <a:avLst/>
          </a:prstGeom>
          <a:solidFill>
            <a:srgbClr val="4D7C2B"/>
          </a:solidFill>
          <a:ln>
            <a:noFill/>
          </a:ln>
        </p:spPr>
        <p:txBody>
          <a:bodyPr/>
          <a:lstStyle/>
          <a:p/>
        </p:txBody>
      </p:sp>
      <p:sp xmlns:p="http://schemas.openxmlformats.org/presentationml/2006/main" xmlns:a="http://schemas.openxmlformats.org/drawingml/2006/main">
        <p:nvSpPr>
          <p:cNvPr id="1052" name="刻度5"/>
          <p:cNvSpPr/>
          <p:nvPr/>
        </p:nvSpPr>
        <p:spPr>
          <a:xfrm>
            <a:off x="5086350" y="3848100"/>
            <a:ext cx="323850" cy="38100"/>
          </a:xfrm>
          <a:prstGeom prst="rect">
            <a:avLst/>
          </a:prstGeom>
          <a:solidFill>
            <a:srgbClr val="E4E4DE"/>
          </a:solidFill>
          <a:ln>
            <a:noFill/>
          </a:ln>
        </p:spPr>
        <p:txBody>
          <a:bodyPr/>
          <a:lstStyle/>
          <a:p/>
        </p:txBody>
      </p:sp>
    </p:spTree>
  </p:cSld>
  <p:clrMapOvr>
    <a:masterClrMapping/>
  </p:clrMapOvr>
</p:sldLayout>
</file>

<file path=ppt/slideLayouts/slideLayout206.xml><?xml version="1.0" encoding="utf-8"?>
<p:sldLayout xmlns:p="http://schemas.openxmlformats.org/presentationml/2006/main" xmlns:a="http://schemas.openxmlformats.org/drawingml/2006/main" xmlns:r="http://schemas.openxmlformats.org/officeDocument/2006/relationships" type="blank" preserve="1" showMasterSp="1">
  <p:cSld name="章节过渡 05">
    <p:spTree xmlns:a="http://schemas.openxmlformats.org/drawingml/2006/main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xmlns:p="http://schemas.openxmlformats.org/presentationml/2006/main" xmlns:a="http://schemas.openxmlformats.org/drawingml/2006/main">
        <p:nvSpPr>
          <p:cNvPr id="1053" name="金菱形"/>
          <p:cNvSpPr/>
          <p:nvPr/>
        </p:nvSpPr>
        <p:spPr>
          <a:xfrm rot="2700000">
            <a:off x="1300162" y="3617595"/>
            <a:ext cx="1409700" cy="1409700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txBody>
          <a:bodyPr/>
          <a:lstStyle/>
          <a:p/>
        </p:txBody>
      </p:sp>
      <p:sp xmlns:p="http://schemas.openxmlformats.org/presentationml/2006/main" xmlns:a="http://schemas.openxmlformats.org/drawingml/2006/main">
        <p:nvSpPr>
          <p:cNvPr id="1054" name="描边菱形"/>
          <p:cNvSpPr/>
          <p:nvPr/>
        </p:nvSpPr>
        <p:spPr>
          <a:xfrm rot="2700000">
            <a:off x="1031558" y="1786890"/>
            <a:ext cx="1866900" cy="1866900"/>
          </a:xfrm>
          <a:prstGeom prst="rect">
            <a:avLst/>
          </a:prstGeom>
          <a:noFill/>
          <a:ln w="14288">
            <a:solidFill>
              <a:srgbClr val="CFD3C8"/>
            </a:solidFill>
          </a:ln>
        </p:spPr>
        <p:txBody>
          <a:bodyPr/>
          <a:lstStyle/>
          <a:p/>
        </p:txBody>
      </p:sp>
      <p:sp xmlns:p="http://schemas.openxmlformats.org/presentationml/2006/main" xmlns:a="http://schemas.openxmlformats.org/drawingml/2006/main">
        <p:nvSpPr>
          <p:cNvPr id="1055" name="绿方块"/>
          <p:cNvSpPr/>
          <p:nvPr/>
        </p:nvSpPr>
        <p:spPr>
          <a:xfrm>
            <a:off x="1000125" y="2428875"/>
            <a:ext cx="2019300" cy="2019300"/>
          </a:xfrm>
          <a:prstGeom prst="rect">
            <a:avLst/>
          </a:prstGeom>
          <a:solidFill>
            <a:srgbClr val="4D7C2B"/>
          </a:solidFill>
          <a:ln>
            <a:noFill/>
          </a:ln>
        </p:spPr>
        <p:txBody>
          <a:bodyPr/>
          <a:lstStyle/>
          <a:p/>
        </p:txBody>
      </p:sp>
      <p:sp xmlns:p="http://schemas.openxmlformats.org/presentationml/2006/main" xmlns:a="http://schemas.openxmlformats.org/drawingml/2006/main">
        <p:nvSpPr>
          <p:cNvPr id="1056" name="金线"/>
          <p:cNvSpPr/>
          <p:nvPr/>
        </p:nvSpPr>
        <p:spPr>
          <a:xfrm>
            <a:off x="3600450" y="3657600"/>
            <a:ext cx="1066800" cy="19050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txBody>
          <a:bodyPr/>
          <a:lstStyle/>
          <a:p/>
        </p:txBody>
      </p:sp>
      <p:sp xmlns:p="http://schemas.openxmlformats.org/presentationml/2006/main" xmlns:a="http://schemas.openxmlformats.org/drawingml/2006/main">
        <p:nvSpPr>
          <p:cNvPr id="1057" name="刻度1"/>
          <p:cNvSpPr/>
          <p:nvPr/>
        </p:nvSpPr>
        <p:spPr>
          <a:xfrm>
            <a:off x="3600450" y="3848100"/>
            <a:ext cx="323850" cy="38100"/>
          </a:xfrm>
          <a:prstGeom prst="rect">
            <a:avLst/>
          </a:prstGeom>
          <a:solidFill>
            <a:srgbClr val="4D7C2B"/>
          </a:solidFill>
          <a:ln>
            <a:noFill/>
          </a:ln>
        </p:spPr>
        <p:txBody>
          <a:bodyPr/>
          <a:lstStyle/>
          <a:p/>
        </p:txBody>
      </p:sp>
      <p:sp xmlns:p="http://schemas.openxmlformats.org/presentationml/2006/main" xmlns:a="http://schemas.openxmlformats.org/drawingml/2006/main">
        <p:nvSpPr>
          <p:cNvPr id="1058" name="刻度2"/>
          <p:cNvSpPr/>
          <p:nvPr/>
        </p:nvSpPr>
        <p:spPr>
          <a:xfrm>
            <a:off x="3971925" y="3848100"/>
            <a:ext cx="323850" cy="38100"/>
          </a:xfrm>
          <a:prstGeom prst="rect">
            <a:avLst/>
          </a:prstGeom>
          <a:solidFill>
            <a:srgbClr val="4D7C2B"/>
          </a:solidFill>
          <a:ln>
            <a:noFill/>
          </a:ln>
        </p:spPr>
        <p:txBody>
          <a:bodyPr/>
          <a:lstStyle/>
          <a:p/>
        </p:txBody>
      </p:sp>
      <p:sp xmlns:p="http://schemas.openxmlformats.org/presentationml/2006/main" xmlns:a="http://schemas.openxmlformats.org/drawingml/2006/main">
        <p:nvSpPr>
          <p:cNvPr id="1059" name="刻度3"/>
          <p:cNvSpPr/>
          <p:nvPr/>
        </p:nvSpPr>
        <p:spPr>
          <a:xfrm>
            <a:off x="4343400" y="3848100"/>
            <a:ext cx="323850" cy="38100"/>
          </a:xfrm>
          <a:prstGeom prst="rect">
            <a:avLst/>
          </a:prstGeom>
          <a:solidFill>
            <a:srgbClr val="4D7C2B"/>
          </a:solidFill>
          <a:ln>
            <a:noFill/>
          </a:ln>
        </p:spPr>
        <p:txBody>
          <a:bodyPr/>
          <a:lstStyle/>
          <a:p/>
        </p:txBody>
      </p:sp>
      <p:sp xmlns:p="http://schemas.openxmlformats.org/presentationml/2006/main" xmlns:a="http://schemas.openxmlformats.org/drawingml/2006/main">
        <p:nvSpPr>
          <p:cNvPr id="1060" name="刻度4"/>
          <p:cNvSpPr/>
          <p:nvPr/>
        </p:nvSpPr>
        <p:spPr>
          <a:xfrm>
            <a:off x="4714875" y="3848100"/>
            <a:ext cx="323850" cy="38100"/>
          </a:xfrm>
          <a:prstGeom prst="rect">
            <a:avLst/>
          </a:prstGeom>
          <a:solidFill>
            <a:srgbClr val="4D7C2B"/>
          </a:solidFill>
          <a:ln>
            <a:noFill/>
          </a:ln>
        </p:spPr>
        <p:txBody>
          <a:bodyPr/>
          <a:lstStyle/>
          <a:p/>
        </p:txBody>
      </p:sp>
      <p:sp xmlns:p="http://schemas.openxmlformats.org/presentationml/2006/main" xmlns:a="http://schemas.openxmlformats.org/drawingml/2006/main">
        <p:nvSpPr>
          <p:cNvPr id="1061" name="刻度5"/>
          <p:cNvSpPr/>
          <p:nvPr/>
        </p:nvSpPr>
        <p:spPr>
          <a:xfrm>
            <a:off x="5086350" y="3848100"/>
            <a:ext cx="323850" cy="38100"/>
          </a:xfrm>
          <a:prstGeom prst="rect">
            <a:avLst/>
          </a:prstGeom>
          <a:solidFill>
            <a:srgbClr val="4D7C2B"/>
          </a:solidFill>
          <a:ln>
            <a:noFill/>
          </a:ln>
        </p:spPr>
        <p:txBody>
          <a:bodyPr/>
          <a:lstStyle/>
          <a:p/>
        </p:txBody>
      </p:sp>
    </p:spTree>
  </p:cSld>
  <p:clrMapOvr>
    <a:masterClrMapping/>
  </p:clrMapOvr>
</p:sldLayout>
</file>

<file path=ppt/slideLayouts/slideLayout207.xml><?xml version="1.0" encoding="utf-8"?>
<p:sldLayout xmlns:p="http://schemas.openxmlformats.org/presentationml/2006/main" xmlns:a="http://schemas.openxmlformats.org/drawingml/2006/main" xmlns:r="http://schemas.openxmlformats.org/officeDocument/2006/relationships" type="blank" preserve="1" showMasterSp="1">
  <p:cSld name="内容 01">
    <p:spTree xmlns:a="http://schemas.openxmlformats.org/drawingml/2006/main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xmlns:p="http://schemas.openxmlformats.org/presentationml/2006/main" xmlns:a="http://schemas.openxmlformats.org/drawingml/2006/main">
        <p:nvSpPr>
          <p:cNvPr id="1062" name="进度段1"/>
          <p:cNvSpPr/>
          <p:nvPr/>
        </p:nvSpPr>
        <p:spPr>
          <a:xfrm>
            <a:off x="504825" y="890588"/>
            <a:ext cx="457200" cy="85725"/>
          </a:xfrm>
          <a:prstGeom prst="rect">
            <a:avLst/>
          </a:prstGeom>
          <a:solidFill>
            <a:srgbClr val="4D7C2B"/>
          </a:solidFill>
          <a:ln>
            <a:noFill/>
          </a:ln>
        </p:spPr>
        <p:txBody>
          <a:bodyPr/>
          <a:lstStyle/>
          <a:p/>
        </p:txBody>
      </p:sp>
      <p:sp xmlns:p="http://schemas.openxmlformats.org/presentationml/2006/main" xmlns:a="http://schemas.openxmlformats.org/drawingml/2006/main">
        <p:nvSpPr>
          <p:cNvPr id="1063" name="进度段2"/>
          <p:cNvSpPr/>
          <p:nvPr/>
        </p:nvSpPr>
        <p:spPr>
          <a:xfrm>
            <a:off x="1028700" y="890588"/>
            <a:ext cx="457200" cy="85725"/>
          </a:xfrm>
          <a:prstGeom prst="rect">
            <a:avLst/>
          </a:prstGeom>
          <a:solidFill>
            <a:srgbClr val="DDE1D8"/>
          </a:solidFill>
          <a:ln>
            <a:noFill/>
          </a:ln>
        </p:spPr>
        <p:txBody>
          <a:bodyPr/>
          <a:lstStyle/>
          <a:p/>
        </p:txBody>
      </p:sp>
      <p:sp xmlns:p="http://schemas.openxmlformats.org/presentationml/2006/main" xmlns:a="http://schemas.openxmlformats.org/drawingml/2006/main">
        <p:nvSpPr>
          <p:cNvPr id="1064" name="进度段3"/>
          <p:cNvSpPr/>
          <p:nvPr/>
        </p:nvSpPr>
        <p:spPr>
          <a:xfrm>
            <a:off x="1552575" y="890588"/>
            <a:ext cx="457200" cy="85725"/>
          </a:xfrm>
          <a:prstGeom prst="rect">
            <a:avLst/>
          </a:prstGeom>
          <a:solidFill>
            <a:srgbClr val="DDE1D8"/>
          </a:solidFill>
          <a:ln>
            <a:noFill/>
          </a:ln>
        </p:spPr>
        <p:txBody>
          <a:bodyPr/>
          <a:lstStyle/>
          <a:p/>
        </p:txBody>
      </p:sp>
      <p:sp xmlns:p="http://schemas.openxmlformats.org/presentationml/2006/main" xmlns:a="http://schemas.openxmlformats.org/drawingml/2006/main">
        <p:nvSpPr>
          <p:cNvPr id="1065" name="进度段4"/>
          <p:cNvSpPr/>
          <p:nvPr/>
        </p:nvSpPr>
        <p:spPr>
          <a:xfrm>
            <a:off x="2076450" y="890588"/>
            <a:ext cx="457200" cy="85725"/>
          </a:xfrm>
          <a:prstGeom prst="rect">
            <a:avLst/>
          </a:prstGeom>
          <a:solidFill>
            <a:srgbClr val="DDE1D8"/>
          </a:solidFill>
          <a:ln>
            <a:noFill/>
          </a:ln>
        </p:spPr>
        <p:txBody>
          <a:bodyPr/>
          <a:lstStyle/>
          <a:p/>
        </p:txBody>
      </p:sp>
      <p:sp xmlns:p="http://schemas.openxmlformats.org/presentationml/2006/main" xmlns:a="http://schemas.openxmlformats.org/drawingml/2006/main">
        <p:nvSpPr>
          <p:cNvPr id="1066" name="进度段5"/>
          <p:cNvSpPr/>
          <p:nvPr/>
        </p:nvSpPr>
        <p:spPr>
          <a:xfrm>
            <a:off x="2600325" y="890588"/>
            <a:ext cx="457200" cy="85725"/>
          </a:xfrm>
          <a:prstGeom prst="rect">
            <a:avLst/>
          </a:prstGeom>
          <a:solidFill>
            <a:srgbClr val="DDE1D8"/>
          </a:solidFill>
          <a:ln>
            <a:noFill/>
          </a:ln>
        </p:spPr>
        <p:txBody>
          <a:bodyPr/>
          <a:lstStyle/>
          <a:p/>
        </p:txBody>
      </p:sp>
      <p:pic xmlns:p="http://schemas.openxmlformats.org/presentationml/2006/main" xmlns:a="http://schemas.openxmlformats.org/drawingml/2006/main" xmlns:r="http://schemas.openxmlformats.org/officeDocument/2006/relationships">
        <p:nvPicPr>
          <p:cNvPr id="1067" name="东大校徽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39425" y="409575"/>
            <a:ext cx="1047750" cy="1047750"/>
          </a:xfrm>
          <a:prstGeom prst="rect">
            <a:avLst/>
          </a:prstGeom>
        </p:spPr>
      </p:pic>
      <p:sp xmlns:p="http://schemas.openxmlformats.org/presentationml/2006/main" xmlns:a="http://schemas.openxmlformats.org/drawingml/2006/main">
        <p:nvSpPr>
          <p:cNvPr id="1068" name="标题占位符"/>
          <p:cNvSpPr>
            <a:spLocks noGrp="1"/>
          </p:cNvSpPr>
          <p:nvPr>
            <p:ph type="title"/>
          </p:nvPr>
        </p:nvSpPr>
        <p:spPr>
          <a:xfrm>
            <a:off x="504825" y="1581150"/>
            <a:ext cx="11182350" cy="47625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zh-CN" altLang="en-US" sz="2800" b="1" dirty="0">
                <a:solidFill>
                  <a:srgbClr val="1A1A1A"/>
                </a:solidFill>
                <a:latin typeface="Palatino Linotype"/>
                <a:ea typeface="Noto Sans SC"/>
                <a:cs typeface="Palatino Linotype"/>
              </a:rPr>
              <a:t>单击编辑标题</a:t>
            </a:r>
          </a:p>
        </p:txBody>
      </p:sp>
      <p:sp xmlns:p="http://schemas.openxmlformats.org/presentationml/2006/main" xmlns:a="http://schemas.openxmlformats.org/drawingml/2006/main">
        <p:nvSpPr>
          <p:cNvPr id="1069" name="金色标题细线"/>
          <p:cNvSpPr/>
          <p:nvPr/>
        </p:nvSpPr>
        <p:spPr>
          <a:xfrm>
            <a:off x="504825" y="2171700"/>
            <a:ext cx="1828800" cy="19050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txBody>
          <a:bodyPr/>
          <a:lstStyle/>
          <a:p/>
        </p:txBody>
      </p:sp>
    </p:spTree>
  </p:cSld>
  <p:clrMapOvr>
    <a:masterClrMapping/>
  </p:clrMapOvr>
</p:sldLayout>
</file>

<file path=ppt/slideLayouts/slideLayout208.xml><?xml version="1.0" encoding="utf-8"?>
<p:sldLayout xmlns:p="http://schemas.openxmlformats.org/presentationml/2006/main" xmlns:a="http://schemas.openxmlformats.org/drawingml/2006/main" xmlns:r="http://schemas.openxmlformats.org/officeDocument/2006/relationships" type="blank" preserve="1" showMasterSp="1">
  <p:cSld name="内容 02">
    <p:spTree xmlns:a="http://schemas.openxmlformats.org/drawingml/2006/main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xmlns:p="http://schemas.openxmlformats.org/presentationml/2006/main" xmlns:a="http://schemas.openxmlformats.org/drawingml/2006/main">
        <p:nvSpPr>
          <p:cNvPr id="1070" name="进度段1"/>
          <p:cNvSpPr/>
          <p:nvPr/>
        </p:nvSpPr>
        <p:spPr>
          <a:xfrm>
            <a:off x="504825" y="890588"/>
            <a:ext cx="457200" cy="85725"/>
          </a:xfrm>
          <a:prstGeom prst="rect">
            <a:avLst/>
          </a:prstGeom>
          <a:solidFill>
            <a:srgbClr val="4D7C2B"/>
          </a:solidFill>
          <a:ln>
            <a:noFill/>
          </a:ln>
        </p:spPr>
        <p:txBody>
          <a:bodyPr/>
          <a:lstStyle/>
          <a:p/>
        </p:txBody>
      </p:sp>
      <p:sp xmlns:p="http://schemas.openxmlformats.org/presentationml/2006/main" xmlns:a="http://schemas.openxmlformats.org/drawingml/2006/main">
        <p:nvSpPr>
          <p:cNvPr id="1071" name="进度段2"/>
          <p:cNvSpPr/>
          <p:nvPr/>
        </p:nvSpPr>
        <p:spPr>
          <a:xfrm>
            <a:off x="1028700" y="890588"/>
            <a:ext cx="457200" cy="85725"/>
          </a:xfrm>
          <a:prstGeom prst="rect">
            <a:avLst/>
          </a:prstGeom>
          <a:solidFill>
            <a:srgbClr val="4D7C2B"/>
          </a:solidFill>
          <a:ln>
            <a:noFill/>
          </a:ln>
        </p:spPr>
        <p:txBody>
          <a:bodyPr/>
          <a:lstStyle/>
          <a:p/>
        </p:txBody>
      </p:sp>
      <p:sp xmlns:p="http://schemas.openxmlformats.org/presentationml/2006/main" xmlns:a="http://schemas.openxmlformats.org/drawingml/2006/main">
        <p:nvSpPr>
          <p:cNvPr id="1072" name="进度段3"/>
          <p:cNvSpPr/>
          <p:nvPr/>
        </p:nvSpPr>
        <p:spPr>
          <a:xfrm>
            <a:off x="1552575" y="890588"/>
            <a:ext cx="457200" cy="85725"/>
          </a:xfrm>
          <a:prstGeom prst="rect">
            <a:avLst/>
          </a:prstGeom>
          <a:solidFill>
            <a:srgbClr val="DDE1D8"/>
          </a:solidFill>
          <a:ln>
            <a:noFill/>
          </a:ln>
        </p:spPr>
        <p:txBody>
          <a:bodyPr/>
          <a:lstStyle/>
          <a:p/>
        </p:txBody>
      </p:sp>
      <p:sp xmlns:p="http://schemas.openxmlformats.org/presentationml/2006/main" xmlns:a="http://schemas.openxmlformats.org/drawingml/2006/main">
        <p:nvSpPr>
          <p:cNvPr id="1073" name="进度段4"/>
          <p:cNvSpPr/>
          <p:nvPr/>
        </p:nvSpPr>
        <p:spPr>
          <a:xfrm>
            <a:off x="2076450" y="890588"/>
            <a:ext cx="457200" cy="85725"/>
          </a:xfrm>
          <a:prstGeom prst="rect">
            <a:avLst/>
          </a:prstGeom>
          <a:solidFill>
            <a:srgbClr val="DDE1D8"/>
          </a:solidFill>
          <a:ln>
            <a:noFill/>
          </a:ln>
        </p:spPr>
        <p:txBody>
          <a:bodyPr/>
          <a:lstStyle/>
          <a:p/>
        </p:txBody>
      </p:sp>
      <p:sp xmlns:p="http://schemas.openxmlformats.org/presentationml/2006/main" xmlns:a="http://schemas.openxmlformats.org/drawingml/2006/main">
        <p:nvSpPr>
          <p:cNvPr id="1074" name="进度段5"/>
          <p:cNvSpPr/>
          <p:nvPr/>
        </p:nvSpPr>
        <p:spPr>
          <a:xfrm>
            <a:off x="2600325" y="890588"/>
            <a:ext cx="457200" cy="85725"/>
          </a:xfrm>
          <a:prstGeom prst="rect">
            <a:avLst/>
          </a:prstGeom>
          <a:solidFill>
            <a:srgbClr val="DDE1D8"/>
          </a:solidFill>
          <a:ln>
            <a:noFill/>
          </a:ln>
        </p:spPr>
        <p:txBody>
          <a:bodyPr/>
          <a:lstStyle/>
          <a:p/>
        </p:txBody>
      </p:sp>
      <p:pic xmlns:p="http://schemas.openxmlformats.org/presentationml/2006/main" xmlns:a="http://schemas.openxmlformats.org/drawingml/2006/main" xmlns:r="http://schemas.openxmlformats.org/officeDocument/2006/relationships">
        <p:nvPicPr>
          <p:cNvPr id="1075" name="东大校徽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39425" y="409575"/>
            <a:ext cx="1047750" cy="1047750"/>
          </a:xfrm>
          <a:prstGeom prst="rect">
            <a:avLst/>
          </a:prstGeom>
        </p:spPr>
      </p:pic>
      <p:sp xmlns:p="http://schemas.openxmlformats.org/presentationml/2006/main" xmlns:a="http://schemas.openxmlformats.org/drawingml/2006/main">
        <p:nvSpPr>
          <p:cNvPr id="1076" name="标题占位符"/>
          <p:cNvSpPr>
            <a:spLocks noGrp="1"/>
          </p:cNvSpPr>
          <p:nvPr>
            <p:ph type="title"/>
          </p:nvPr>
        </p:nvSpPr>
        <p:spPr>
          <a:xfrm>
            <a:off x="504825" y="1581150"/>
            <a:ext cx="11182350" cy="47625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zh-CN" altLang="en-US" sz="2800" b="1" dirty="0">
                <a:solidFill>
                  <a:srgbClr val="1A1A1A"/>
                </a:solidFill>
                <a:latin typeface="Palatino Linotype"/>
                <a:ea typeface="Noto Sans SC"/>
                <a:cs typeface="Palatino Linotype"/>
              </a:rPr>
              <a:t>单击编辑标题</a:t>
            </a:r>
          </a:p>
        </p:txBody>
      </p:sp>
      <p:sp xmlns:p="http://schemas.openxmlformats.org/presentationml/2006/main" xmlns:a="http://schemas.openxmlformats.org/drawingml/2006/main">
        <p:nvSpPr>
          <p:cNvPr id="1077" name="金色标题细线"/>
          <p:cNvSpPr/>
          <p:nvPr/>
        </p:nvSpPr>
        <p:spPr>
          <a:xfrm>
            <a:off x="504825" y="2171700"/>
            <a:ext cx="1828800" cy="19050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txBody>
          <a:bodyPr/>
          <a:lstStyle/>
          <a:p/>
        </p:txBody>
      </p:sp>
    </p:spTree>
  </p:cSld>
  <p:clrMapOvr>
    <a:masterClrMapping/>
  </p:clrMapOvr>
</p:sldLayout>
</file>

<file path=ppt/slideLayouts/slideLayout209.xml><?xml version="1.0" encoding="utf-8"?>
<p:sldLayout xmlns:p="http://schemas.openxmlformats.org/presentationml/2006/main" xmlns:a="http://schemas.openxmlformats.org/drawingml/2006/main" xmlns:r="http://schemas.openxmlformats.org/officeDocument/2006/relationships" type="blank" preserve="1" showMasterSp="1">
  <p:cSld name="内容 03">
    <p:spTree xmlns:a="http://schemas.openxmlformats.org/drawingml/2006/main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xmlns:p="http://schemas.openxmlformats.org/presentationml/2006/main" xmlns:a="http://schemas.openxmlformats.org/drawingml/2006/main">
        <p:nvSpPr>
          <p:cNvPr id="1078" name="进度段1"/>
          <p:cNvSpPr/>
          <p:nvPr/>
        </p:nvSpPr>
        <p:spPr>
          <a:xfrm>
            <a:off x="504825" y="890588"/>
            <a:ext cx="457200" cy="85725"/>
          </a:xfrm>
          <a:prstGeom prst="rect">
            <a:avLst/>
          </a:prstGeom>
          <a:solidFill>
            <a:srgbClr val="4D7C2B"/>
          </a:solidFill>
          <a:ln>
            <a:noFill/>
          </a:ln>
        </p:spPr>
        <p:txBody>
          <a:bodyPr/>
          <a:lstStyle/>
          <a:p/>
        </p:txBody>
      </p:sp>
      <p:sp xmlns:p="http://schemas.openxmlformats.org/presentationml/2006/main" xmlns:a="http://schemas.openxmlformats.org/drawingml/2006/main">
        <p:nvSpPr>
          <p:cNvPr id="1079" name="进度段2"/>
          <p:cNvSpPr/>
          <p:nvPr/>
        </p:nvSpPr>
        <p:spPr>
          <a:xfrm>
            <a:off x="1028700" y="890588"/>
            <a:ext cx="457200" cy="85725"/>
          </a:xfrm>
          <a:prstGeom prst="rect">
            <a:avLst/>
          </a:prstGeom>
          <a:solidFill>
            <a:srgbClr val="4D7C2B"/>
          </a:solidFill>
          <a:ln>
            <a:noFill/>
          </a:ln>
        </p:spPr>
        <p:txBody>
          <a:bodyPr/>
          <a:lstStyle/>
          <a:p/>
        </p:txBody>
      </p:sp>
      <p:sp xmlns:p="http://schemas.openxmlformats.org/presentationml/2006/main" xmlns:a="http://schemas.openxmlformats.org/drawingml/2006/main">
        <p:nvSpPr>
          <p:cNvPr id="1080" name="进度段3"/>
          <p:cNvSpPr/>
          <p:nvPr/>
        </p:nvSpPr>
        <p:spPr>
          <a:xfrm>
            <a:off x="1552575" y="890588"/>
            <a:ext cx="457200" cy="85725"/>
          </a:xfrm>
          <a:prstGeom prst="rect">
            <a:avLst/>
          </a:prstGeom>
          <a:solidFill>
            <a:srgbClr val="4D7C2B"/>
          </a:solidFill>
          <a:ln>
            <a:noFill/>
          </a:ln>
        </p:spPr>
        <p:txBody>
          <a:bodyPr/>
          <a:lstStyle/>
          <a:p/>
        </p:txBody>
      </p:sp>
      <p:sp xmlns:p="http://schemas.openxmlformats.org/presentationml/2006/main" xmlns:a="http://schemas.openxmlformats.org/drawingml/2006/main">
        <p:nvSpPr>
          <p:cNvPr id="1081" name="进度段4"/>
          <p:cNvSpPr/>
          <p:nvPr/>
        </p:nvSpPr>
        <p:spPr>
          <a:xfrm>
            <a:off x="2076450" y="890588"/>
            <a:ext cx="457200" cy="85725"/>
          </a:xfrm>
          <a:prstGeom prst="rect">
            <a:avLst/>
          </a:prstGeom>
          <a:solidFill>
            <a:srgbClr val="DDE1D8"/>
          </a:solidFill>
          <a:ln>
            <a:noFill/>
          </a:ln>
        </p:spPr>
        <p:txBody>
          <a:bodyPr/>
          <a:lstStyle/>
          <a:p/>
        </p:txBody>
      </p:sp>
      <p:sp xmlns:p="http://schemas.openxmlformats.org/presentationml/2006/main" xmlns:a="http://schemas.openxmlformats.org/drawingml/2006/main">
        <p:nvSpPr>
          <p:cNvPr id="1082" name="进度段5"/>
          <p:cNvSpPr/>
          <p:nvPr/>
        </p:nvSpPr>
        <p:spPr>
          <a:xfrm>
            <a:off x="2600325" y="890588"/>
            <a:ext cx="457200" cy="85725"/>
          </a:xfrm>
          <a:prstGeom prst="rect">
            <a:avLst/>
          </a:prstGeom>
          <a:solidFill>
            <a:srgbClr val="DDE1D8"/>
          </a:solidFill>
          <a:ln>
            <a:noFill/>
          </a:ln>
        </p:spPr>
        <p:txBody>
          <a:bodyPr/>
          <a:lstStyle/>
          <a:p/>
        </p:txBody>
      </p:sp>
      <p:pic xmlns:p="http://schemas.openxmlformats.org/presentationml/2006/main" xmlns:a="http://schemas.openxmlformats.org/drawingml/2006/main" xmlns:r="http://schemas.openxmlformats.org/officeDocument/2006/relationships">
        <p:nvPicPr>
          <p:cNvPr id="1083" name="东大校徽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39425" y="409575"/>
            <a:ext cx="1047750" cy="1047750"/>
          </a:xfrm>
          <a:prstGeom prst="rect">
            <a:avLst/>
          </a:prstGeom>
        </p:spPr>
      </p:pic>
      <p:sp xmlns:p="http://schemas.openxmlformats.org/presentationml/2006/main" xmlns:a="http://schemas.openxmlformats.org/drawingml/2006/main">
        <p:nvSpPr>
          <p:cNvPr id="1084" name="标题占位符"/>
          <p:cNvSpPr>
            <a:spLocks noGrp="1"/>
          </p:cNvSpPr>
          <p:nvPr>
            <p:ph type="title"/>
          </p:nvPr>
        </p:nvSpPr>
        <p:spPr>
          <a:xfrm>
            <a:off x="504825" y="1581150"/>
            <a:ext cx="11182350" cy="47625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zh-CN" altLang="en-US" sz="2800" b="1" dirty="0">
                <a:solidFill>
                  <a:srgbClr val="1A1A1A"/>
                </a:solidFill>
                <a:latin typeface="Palatino Linotype"/>
                <a:ea typeface="Noto Sans SC"/>
                <a:cs typeface="Palatino Linotype"/>
              </a:rPr>
              <a:t>单击编辑标题</a:t>
            </a:r>
          </a:p>
        </p:txBody>
      </p:sp>
      <p:sp xmlns:p="http://schemas.openxmlformats.org/presentationml/2006/main" xmlns:a="http://schemas.openxmlformats.org/drawingml/2006/main">
        <p:nvSpPr>
          <p:cNvPr id="1085" name="金色标题细线"/>
          <p:cNvSpPr/>
          <p:nvPr/>
        </p:nvSpPr>
        <p:spPr>
          <a:xfrm>
            <a:off x="504825" y="2171700"/>
            <a:ext cx="1828800" cy="19050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txBody>
          <a:bodyPr/>
          <a:lstStyle/>
          <a:p/>
        </p:txBody>
      </p:sp>
    </p:spTree>
  </p:cSld>
  <p:clrMapOvr>
    <a:masterClrMapping/>
  </p:clrMapOvr>
</p:sldLayout>
</file>

<file path=ppt/slideLayouts/slideLayout210.xml><?xml version="1.0" encoding="utf-8"?>
<p:sldLayout xmlns:p="http://schemas.openxmlformats.org/presentationml/2006/main" xmlns:a="http://schemas.openxmlformats.org/drawingml/2006/main" xmlns:r="http://schemas.openxmlformats.org/officeDocument/2006/relationships" type="blank" preserve="1" showMasterSp="1">
  <p:cSld name="内容 04">
    <p:spTree xmlns:a="http://schemas.openxmlformats.org/drawingml/2006/main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xmlns:p="http://schemas.openxmlformats.org/presentationml/2006/main" xmlns:a="http://schemas.openxmlformats.org/drawingml/2006/main">
        <p:nvSpPr>
          <p:cNvPr id="1086" name="进度段1"/>
          <p:cNvSpPr/>
          <p:nvPr/>
        </p:nvSpPr>
        <p:spPr>
          <a:xfrm>
            <a:off x="504825" y="890588"/>
            <a:ext cx="457200" cy="85725"/>
          </a:xfrm>
          <a:prstGeom prst="rect">
            <a:avLst/>
          </a:prstGeom>
          <a:solidFill>
            <a:srgbClr val="4D7C2B"/>
          </a:solidFill>
          <a:ln>
            <a:noFill/>
          </a:ln>
        </p:spPr>
        <p:txBody>
          <a:bodyPr/>
          <a:lstStyle/>
          <a:p/>
        </p:txBody>
      </p:sp>
      <p:sp xmlns:p="http://schemas.openxmlformats.org/presentationml/2006/main" xmlns:a="http://schemas.openxmlformats.org/drawingml/2006/main">
        <p:nvSpPr>
          <p:cNvPr id="1087" name="进度段2"/>
          <p:cNvSpPr/>
          <p:nvPr/>
        </p:nvSpPr>
        <p:spPr>
          <a:xfrm>
            <a:off x="1028700" y="890588"/>
            <a:ext cx="457200" cy="85725"/>
          </a:xfrm>
          <a:prstGeom prst="rect">
            <a:avLst/>
          </a:prstGeom>
          <a:solidFill>
            <a:srgbClr val="4D7C2B"/>
          </a:solidFill>
          <a:ln>
            <a:noFill/>
          </a:ln>
        </p:spPr>
        <p:txBody>
          <a:bodyPr/>
          <a:lstStyle/>
          <a:p/>
        </p:txBody>
      </p:sp>
      <p:sp xmlns:p="http://schemas.openxmlformats.org/presentationml/2006/main" xmlns:a="http://schemas.openxmlformats.org/drawingml/2006/main">
        <p:nvSpPr>
          <p:cNvPr id="1088" name="进度段3"/>
          <p:cNvSpPr/>
          <p:nvPr/>
        </p:nvSpPr>
        <p:spPr>
          <a:xfrm>
            <a:off x="1552575" y="890588"/>
            <a:ext cx="457200" cy="85725"/>
          </a:xfrm>
          <a:prstGeom prst="rect">
            <a:avLst/>
          </a:prstGeom>
          <a:solidFill>
            <a:srgbClr val="4D7C2B"/>
          </a:solidFill>
          <a:ln>
            <a:noFill/>
          </a:ln>
        </p:spPr>
        <p:txBody>
          <a:bodyPr/>
          <a:lstStyle/>
          <a:p/>
        </p:txBody>
      </p:sp>
      <p:sp xmlns:p="http://schemas.openxmlformats.org/presentationml/2006/main" xmlns:a="http://schemas.openxmlformats.org/drawingml/2006/main">
        <p:nvSpPr>
          <p:cNvPr id="1089" name="进度段4"/>
          <p:cNvSpPr/>
          <p:nvPr/>
        </p:nvSpPr>
        <p:spPr>
          <a:xfrm>
            <a:off x="2076450" y="890588"/>
            <a:ext cx="457200" cy="85725"/>
          </a:xfrm>
          <a:prstGeom prst="rect">
            <a:avLst/>
          </a:prstGeom>
          <a:solidFill>
            <a:srgbClr val="4D7C2B"/>
          </a:solidFill>
          <a:ln>
            <a:noFill/>
          </a:ln>
        </p:spPr>
        <p:txBody>
          <a:bodyPr/>
          <a:lstStyle/>
          <a:p/>
        </p:txBody>
      </p:sp>
      <p:sp xmlns:p="http://schemas.openxmlformats.org/presentationml/2006/main" xmlns:a="http://schemas.openxmlformats.org/drawingml/2006/main">
        <p:nvSpPr>
          <p:cNvPr id="1090" name="进度段5"/>
          <p:cNvSpPr/>
          <p:nvPr/>
        </p:nvSpPr>
        <p:spPr>
          <a:xfrm>
            <a:off x="2600325" y="890588"/>
            <a:ext cx="457200" cy="85725"/>
          </a:xfrm>
          <a:prstGeom prst="rect">
            <a:avLst/>
          </a:prstGeom>
          <a:solidFill>
            <a:srgbClr val="DDE1D8"/>
          </a:solidFill>
          <a:ln>
            <a:noFill/>
          </a:ln>
        </p:spPr>
        <p:txBody>
          <a:bodyPr/>
          <a:lstStyle/>
          <a:p/>
        </p:txBody>
      </p:sp>
      <p:pic xmlns:p="http://schemas.openxmlformats.org/presentationml/2006/main" xmlns:a="http://schemas.openxmlformats.org/drawingml/2006/main" xmlns:r="http://schemas.openxmlformats.org/officeDocument/2006/relationships">
        <p:nvPicPr>
          <p:cNvPr id="1091" name="东大校徽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39425" y="409575"/>
            <a:ext cx="1047750" cy="1047750"/>
          </a:xfrm>
          <a:prstGeom prst="rect">
            <a:avLst/>
          </a:prstGeom>
        </p:spPr>
      </p:pic>
      <p:sp xmlns:p="http://schemas.openxmlformats.org/presentationml/2006/main" xmlns:a="http://schemas.openxmlformats.org/drawingml/2006/main">
        <p:nvSpPr>
          <p:cNvPr id="1092" name="标题占位符"/>
          <p:cNvSpPr>
            <a:spLocks noGrp="1"/>
          </p:cNvSpPr>
          <p:nvPr>
            <p:ph type="title"/>
          </p:nvPr>
        </p:nvSpPr>
        <p:spPr>
          <a:xfrm>
            <a:off x="504825" y="1581150"/>
            <a:ext cx="11182350" cy="47625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zh-CN" altLang="en-US" sz="2800" b="1" dirty="0">
                <a:solidFill>
                  <a:srgbClr val="1A1A1A"/>
                </a:solidFill>
                <a:latin typeface="Palatino Linotype"/>
                <a:ea typeface="Noto Sans SC"/>
                <a:cs typeface="Palatino Linotype"/>
              </a:rPr>
              <a:t>单击编辑标题</a:t>
            </a:r>
          </a:p>
        </p:txBody>
      </p:sp>
      <p:sp xmlns:p="http://schemas.openxmlformats.org/presentationml/2006/main" xmlns:a="http://schemas.openxmlformats.org/drawingml/2006/main">
        <p:nvSpPr>
          <p:cNvPr id="1093" name="金色标题细线"/>
          <p:cNvSpPr/>
          <p:nvPr/>
        </p:nvSpPr>
        <p:spPr>
          <a:xfrm>
            <a:off x="504825" y="2171700"/>
            <a:ext cx="1828800" cy="19050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txBody>
          <a:bodyPr/>
          <a:lstStyle/>
          <a:p/>
        </p:txBody>
      </p:sp>
    </p:spTree>
  </p:cSld>
  <p:clrMapOvr>
    <a:masterClrMapping/>
  </p:clrMapOvr>
</p:sldLayout>
</file>

<file path=ppt/slideLayouts/slideLayout211.xml><?xml version="1.0" encoding="utf-8"?>
<p:sldLayout xmlns:p="http://schemas.openxmlformats.org/presentationml/2006/main" xmlns:a="http://schemas.openxmlformats.org/drawingml/2006/main" xmlns:r="http://schemas.openxmlformats.org/officeDocument/2006/relationships" type="blank" preserve="1" showMasterSp="1">
  <p:cSld name="内容 05">
    <p:spTree xmlns:a="http://schemas.openxmlformats.org/drawingml/2006/main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xmlns:p="http://schemas.openxmlformats.org/presentationml/2006/main" xmlns:a="http://schemas.openxmlformats.org/drawingml/2006/main">
        <p:nvSpPr>
          <p:cNvPr id="1094" name="进度段1"/>
          <p:cNvSpPr/>
          <p:nvPr/>
        </p:nvSpPr>
        <p:spPr>
          <a:xfrm>
            <a:off x="504825" y="890588"/>
            <a:ext cx="457200" cy="85725"/>
          </a:xfrm>
          <a:prstGeom prst="rect">
            <a:avLst/>
          </a:prstGeom>
          <a:solidFill>
            <a:srgbClr val="4D7C2B"/>
          </a:solidFill>
          <a:ln>
            <a:noFill/>
          </a:ln>
        </p:spPr>
        <p:txBody>
          <a:bodyPr/>
          <a:lstStyle/>
          <a:p/>
        </p:txBody>
      </p:sp>
      <p:sp xmlns:p="http://schemas.openxmlformats.org/presentationml/2006/main" xmlns:a="http://schemas.openxmlformats.org/drawingml/2006/main">
        <p:nvSpPr>
          <p:cNvPr id="1095" name="进度段2"/>
          <p:cNvSpPr/>
          <p:nvPr/>
        </p:nvSpPr>
        <p:spPr>
          <a:xfrm>
            <a:off x="1028700" y="890588"/>
            <a:ext cx="457200" cy="85725"/>
          </a:xfrm>
          <a:prstGeom prst="rect">
            <a:avLst/>
          </a:prstGeom>
          <a:solidFill>
            <a:srgbClr val="4D7C2B"/>
          </a:solidFill>
          <a:ln>
            <a:noFill/>
          </a:ln>
        </p:spPr>
        <p:txBody>
          <a:bodyPr/>
          <a:lstStyle/>
          <a:p/>
        </p:txBody>
      </p:sp>
      <p:sp xmlns:p="http://schemas.openxmlformats.org/presentationml/2006/main" xmlns:a="http://schemas.openxmlformats.org/drawingml/2006/main">
        <p:nvSpPr>
          <p:cNvPr id="1096" name="进度段3"/>
          <p:cNvSpPr/>
          <p:nvPr/>
        </p:nvSpPr>
        <p:spPr>
          <a:xfrm>
            <a:off x="1552575" y="890588"/>
            <a:ext cx="457200" cy="85725"/>
          </a:xfrm>
          <a:prstGeom prst="rect">
            <a:avLst/>
          </a:prstGeom>
          <a:solidFill>
            <a:srgbClr val="4D7C2B"/>
          </a:solidFill>
          <a:ln>
            <a:noFill/>
          </a:ln>
        </p:spPr>
        <p:txBody>
          <a:bodyPr/>
          <a:lstStyle/>
          <a:p/>
        </p:txBody>
      </p:sp>
      <p:sp xmlns:p="http://schemas.openxmlformats.org/presentationml/2006/main" xmlns:a="http://schemas.openxmlformats.org/drawingml/2006/main">
        <p:nvSpPr>
          <p:cNvPr id="1097" name="进度段4"/>
          <p:cNvSpPr/>
          <p:nvPr/>
        </p:nvSpPr>
        <p:spPr>
          <a:xfrm>
            <a:off x="2076450" y="890588"/>
            <a:ext cx="457200" cy="85725"/>
          </a:xfrm>
          <a:prstGeom prst="rect">
            <a:avLst/>
          </a:prstGeom>
          <a:solidFill>
            <a:srgbClr val="4D7C2B"/>
          </a:solidFill>
          <a:ln>
            <a:noFill/>
          </a:ln>
        </p:spPr>
        <p:txBody>
          <a:bodyPr/>
          <a:lstStyle/>
          <a:p/>
        </p:txBody>
      </p:sp>
      <p:sp xmlns:p="http://schemas.openxmlformats.org/presentationml/2006/main" xmlns:a="http://schemas.openxmlformats.org/drawingml/2006/main">
        <p:nvSpPr>
          <p:cNvPr id="1098" name="进度段5"/>
          <p:cNvSpPr/>
          <p:nvPr/>
        </p:nvSpPr>
        <p:spPr>
          <a:xfrm>
            <a:off x="2600325" y="890588"/>
            <a:ext cx="457200" cy="85725"/>
          </a:xfrm>
          <a:prstGeom prst="rect">
            <a:avLst/>
          </a:prstGeom>
          <a:solidFill>
            <a:srgbClr val="4D7C2B"/>
          </a:solidFill>
          <a:ln>
            <a:noFill/>
          </a:ln>
        </p:spPr>
        <p:txBody>
          <a:bodyPr/>
          <a:lstStyle/>
          <a:p/>
        </p:txBody>
      </p:sp>
      <p:pic xmlns:p="http://schemas.openxmlformats.org/presentationml/2006/main" xmlns:a="http://schemas.openxmlformats.org/drawingml/2006/main" xmlns:r="http://schemas.openxmlformats.org/officeDocument/2006/relationships">
        <p:nvPicPr>
          <p:cNvPr id="1099" name="东大校徽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39425" y="409575"/>
            <a:ext cx="1047750" cy="1047750"/>
          </a:xfrm>
          <a:prstGeom prst="rect">
            <a:avLst/>
          </a:prstGeom>
        </p:spPr>
      </p:pic>
      <p:sp xmlns:p="http://schemas.openxmlformats.org/presentationml/2006/main" xmlns:a="http://schemas.openxmlformats.org/drawingml/2006/main">
        <p:nvSpPr>
          <p:cNvPr id="1100" name="标题占位符"/>
          <p:cNvSpPr>
            <a:spLocks noGrp="1"/>
          </p:cNvSpPr>
          <p:nvPr>
            <p:ph type="title"/>
          </p:nvPr>
        </p:nvSpPr>
        <p:spPr>
          <a:xfrm>
            <a:off x="504825" y="1581150"/>
            <a:ext cx="11182350" cy="47625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zh-CN" altLang="en-US" sz="2800" b="1" dirty="0">
                <a:solidFill>
                  <a:srgbClr val="1A1A1A"/>
                </a:solidFill>
                <a:latin typeface="Palatino Linotype"/>
                <a:ea typeface="Noto Sans SC"/>
                <a:cs typeface="Palatino Linotype"/>
              </a:rPr>
              <a:t>单击编辑标题</a:t>
            </a:r>
          </a:p>
        </p:txBody>
      </p:sp>
      <p:sp xmlns:p="http://schemas.openxmlformats.org/presentationml/2006/main" xmlns:a="http://schemas.openxmlformats.org/drawingml/2006/main">
        <p:nvSpPr>
          <p:cNvPr id="1101" name="金色标题细线"/>
          <p:cNvSpPr/>
          <p:nvPr/>
        </p:nvSpPr>
        <p:spPr>
          <a:xfrm>
            <a:off x="504825" y="2171700"/>
            <a:ext cx="1828800" cy="19050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txBody>
          <a:bodyPr/>
          <a:lstStyle/>
          <a:p/>
        </p:txBody>
      </p:sp>
    </p:spTree>
  </p:cSld>
  <p:clrMapOvr>
    <a:masterClrMapping/>
  </p:clrMapOvr>
</p:sldLayout>
</file>

<file path=ppt/slideLayouts/slideLayout212.xml><?xml version="1.0" encoding="utf-8"?>
<p:sldLayout xmlns:p="http://schemas.openxmlformats.org/presentationml/2006/main" xmlns:a="http://schemas.openxmlformats.org/drawingml/2006/main" xmlns:r="http://schemas.openxmlformats.org/officeDocument/2006/relationships" type="blank" preserve="1" showMasterSp="1">
  <p:cSld name="致谢">
    <p:spTree xmlns:a="http://schemas.openxmlformats.org/drawingml/2006/main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xmlns:p="http://schemas.openxmlformats.org/presentationml/2006/main" xmlns:a="http://schemas.openxmlformats.org/drawingml/2006/main">
        <p:nvSpPr>
          <p:cNvPr id="1102" name="致谢金线"/>
          <p:cNvSpPr/>
          <p:nvPr/>
        </p:nvSpPr>
        <p:spPr>
          <a:xfrm>
            <a:off x="5734050" y="3676650"/>
            <a:ext cx="723900" cy="19050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txBody>
          <a:bodyPr/>
          <a:lstStyle/>
          <a:p/>
        </p:txBody>
      </p:sp>
      <p:sp xmlns:p="http://schemas.openxmlformats.org/presentationml/2006/main" xmlns:a="http://schemas.openxmlformats.org/drawingml/2006/main">
        <p:nvSpPr>
          <p:cNvPr id="1103" name="描边菱形"/>
          <p:cNvSpPr/>
          <p:nvPr/>
        </p:nvSpPr>
        <p:spPr>
          <a:xfrm rot="2700000">
            <a:off x="9620250" y="1143000"/>
            <a:ext cx="1809750" cy="1809750"/>
          </a:xfrm>
          <a:prstGeom prst="rect">
            <a:avLst/>
          </a:prstGeom>
          <a:noFill/>
          <a:ln w="14288">
            <a:solidFill>
              <a:srgbClr val="CFD3C8"/>
            </a:solidFill>
          </a:ln>
        </p:spPr>
        <p:txBody>
          <a:bodyPr/>
          <a:lstStyle/>
          <a:p/>
        </p:txBody>
      </p:sp>
      <p:sp xmlns:p="http://schemas.openxmlformats.org/presentationml/2006/main" xmlns:a="http://schemas.openxmlformats.org/drawingml/2006/main">
        <p:nvSpPr>
          <p:cNvPr id="1104" name="绿菱形"/>
          <p:cNvSpPr/>
          <p:nvPr/>
        </p:nvSpPr>
        <p:spPr>
          <a:xfrm rot="2700000">
            <a:off x="8877300" y="1447800"/>
            <a:ext cx="2190750" cy="2190750"/>
          </a:xfrm>
          <a:prstGeom prst="rect">
            <a:avLst/>
          </a:prstGeom>
          <a:solidFill>
            <a:srgbClr val="4D7C2B"/>
          </a:solidFill>
          <a:ln>
            <a:noFill/>
          </a:ln>
        </p:spPr>
        <p:txBody>
          <a:bodyPr/>
          <a:lstStyle/>
          <a:p/>
        </p:txBody>
      </p:sp>
      <p:sp xmlns:p="http://schemas.openxmlformats.org/presentationml/2006/main" xmlns:a="http://schemas.openxmlformats.org/drawingml/2006/main">
        <p:nvSpPr>
          <p:cNvPr id="1105" name="金菱形"/>
          <p:cNvSpPr/>
          <p:nvPr/>
        </p:nvSpPr>
        <p:spPr>
          <a:xfrm rot="2700000">
            <a:off x="10172700" y="2857500"/>
            <a:ext cx="1428750" cy="1428750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txBody>
          <a:bodyPr/>
          <a:lstStyle/>
          <a:p/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10.xml"/><Relationship Id="rId2" Type="http://schemas.openxmlformats.org/officeDocument/2006/relationships/slideLayout" Target="../slideLayouts/slideLayout209.xml"/><Relationship Id="rId3" Type="http://schemas.openxmlformats.org/officeDocument/2006/relationships/slideLayout" Target="../slideLayouts/slideLayout208.xml"/><Relationship Id="rId4" Type="http://schemas.openxmlformats.org/officeDocument/2006/relationships/slideLayout" Target="../slideLayouts/slideLayout207.xml"/><Relationship Id="rId5" Type="http://schemas.openxmlformats.org/officeDocument/2006/relationships/slideLayout" Target="../slideLayouts/slideLayout200.xml"/><Relationship Id="rId6" Type="http://schemas.openxmlformats.org/officeDocument/2006/relationships/slideLayout" Target="../slideLayouts/slideLayout201.xml"/><Relationship Id="rId7" Type="http://schemas.openxmlformats.org/officeDocument/2006/relationships/slideLayout" Target="../slideLayouts/slideLayout202.xml"/><Relationship Id="rId8" Type="http://schemas.openxmlformats.org/officeDocument/2006/relationships/slideLayout" Target="../slideLayouts/slideLayout203.xml"/><Relationship Id="rId9" Type="http://schemas.openxmlformats.org/officeDocument/2006/relationships/slideLayout" Target="../slideLayouts/slideLayout204.xml"/><Relationship Id="rId10" Type="http://schemas.openxmlformats.org/officeDocument/2006/relationships/slideLayout" Target="../slideLayouts/slideLayout205.xml"/><Relationship Id="rId11" Type="http://schemas.openxmlformats.org/officeDocument/2006/relationships/slideLayout" Target="../slideLayouts/slideLayout206.xml"/><Relationship Id="rId12" Type="http://schemas.openxmlformats.org/officeDocument/2006/relationships/theme" Target="../theme/theme1.xml"/><Relationship Id="rId13" Type="http://schemas.openxmlformats.org/officeDocument/2006/relationships/image" Target="../media/image1.png"/><Relationship Id="rId14" Type="http://schemas.openxmlformats.org/officeDocument/2006/relationships/image" Target="../media/image2.png"/><Relationship Id="rId15" Type="http://schemas.openxmlformats.org/officeDocument/2006/relationships/image" Target="../media/image3.png"/><Relationship Id="rId16" Type="http://schemas.openxmlformats.org/officeDocument/2006/relationships/slideLayout" Target="../slideLayouts/slideLayout211.xml"/><Relationship Id="rId17" Type="http://schemas.openxmlformats.org/officeDocument/2006/relationships/slideLayout" Target="../slideLayouts/slideLayout21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1" name="页脚分隔线"/>
          <p:cNvSpPr/>
          <p:nvPr/>
        </p:nvSpPr>
        <p:spPr>
          <a:xfrm>
            <a:off x="504825" y="6286500"/>
            <a:ext cx="11182350" cy="9525"/>
          </a:xfrm>
          <a:prstGeom prst="rect">
            <a:avLst/>
          </a:prstGeom>
          <a:solidFill>
            <a:srgbClr val="E4E4DE"/>
          </a:solidFill>
          <a:ln>
            <a:noFill/>
          </a:ln>
        </p:spPr>
        <p:txBody>
          <a:bodyPr/>
          <a:lstStyle/>
          <a:p/>
        </p:txBody>
      </p:sp>
      <p:sp>
        <p:nvSpPr>
          <p:cNvPr id="1002" name="页脚署名"/>
          <p:cNvSpPr txBox="1"/>
          <p:nvPr/>
        </p:nvSpPr>
        <p:spPr>
          <a:xfrm>
            <a:off x="504825" y="6362700"/>
            <a:ext cx="5905500" cy="2286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zh-CN" altLang="en-US" sz="1100" dirty="0">
                <a:solidFill>
                  <a:srgbClr val="6B6B6B"/>
                </a:solidFill>
                <a:latin typeface="Palatino Linotype"/>
                <a:ea typeface="Noto Sans SC"/>
                <a:cs typeface="Palatino Linotype"/>
              </a:rPr>
              <a:t>张珂 · 东南大学电气工程学院</a:t>
            </a:r>
          </a:p>
        </p:txBody>
      </p:sp>
      <p:sp>
        <p:nvSpPr>
          <p:cNvPr id="1003" name="页码"/>
          <p:cNvSpPr txBox="1"/>
          <p:nvPr/>
        </p:nvSpPr>
        <p:spPr>
          <a:xfrm>
            <a:off x="9401175" y="6362700"/>
            <a:ext cx="2286000" cy="2286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r"/>
            <a:fld id="{A1B2C3D4-0001-4E5F-9A00-000000000001}" type="slidenum">
              <a:rPr lang="en-US" sz="1100" dirty="0">
                <a:solidFill>
                  <a:srgbClr val="6B6B6B"/>
                </a:solidFill>
                <a:latin typeface="Palatino Linotype"/>
                <a:ea typeface="Noto Sans SC"/>
              </a:rPr>
              <a:t>1</a:t>
            </a:fld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5"/>
    <p:sldLayoutId id="2147483650" r:id="rId6"/>
    <p:sldLayoutId id="2147483651" r:id="rId7"/>
    <p:sldLayoutId id="2147483652" r:id="rId8"/>
    <p:sldLayoutId id="2147483653" r:id="rId9"/>
    <p:sldLayoutId id="2147483654" r:id="rId10"/>
    <p:sldLayoutId id="2147483655" r:id="rId11"/>
    <p:sldLayoutId id="2147483656" r:id="rId4"/>
    <p:sldLayoutId id="2147483657" r:id="rId3"/>
    <p:sldLayoutId id="2147483658" r:id="rId2"/>
    <p:sldLayoutId id="2147483659" r:id="rId1"/>
    <p:sldLayoutId id="2147483660" r:id="rId16"/>
    <p:sldLayoutId id="2147483661" r:id="rId17"/>
  </p:sldLayoutIdLst>
  <p:txStyles>
    <p:titleStyle>
      <a:lvl1pPr algn="l">
        <a:defRPr sz="2800" b="1">
          <a:solidFill>
            <a:srgbClr val="1A1A1A"/>
          </a:solidFill>
          <a:latin typeface="Palatino Linotype"/>
          <a:ea typeface="Noto Sans SC"/>
          <a:cs typeface="Palatino Linotype"/>
        </a:defRPr>
      </a:lvl1pPr>
    </p:titleStyle>
    <p:bodyStyle>
      <a:lvl1pPr marL="171450" indent="-171450">
        <a:defRPr sz="1600">
          <a:solidFill>
            <a:srgbClr val="1A1A1A"/>
          </a:solidFill>
          <a:latin typeface="Palatino Linotype"/>
          <a:ea typeface="Noto Sans SC"/>
          <a:cs typeface="Palatino Linotype"/>
        </a:defRPr>
      </a:lvl1pPr>
    </p:bodyStyle>
    <p:otherStyle>
      <a:defPPr>
        <a:defRPr sz="1400">
          <a:solidFill>
            <a:srgbClr val="1A1A1A"/>
          </a:solidFill>
          <a:latin typeface="Palatino Linotype"/>
          <a:ea typeface="Noto Sans SC"/>
          <a:cs typeface="Palatino Linotype"/>
        </a:defRPr>
      </a:def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00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0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0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0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07.xml"/><Relationship Id="rId2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03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08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0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04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09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09.xml"/><Relationship Id="rId2" Type="http://schemas.openxmlformats.org/officeDocument/2006/relationships/image" Target="../media/image5.png"/><Relationship Id="rId3" Type="http://schemas.openxmlformats.org/officeDocument/2006/relationships/image" Target="../media/image7.png"/><Relationship Id="rId4" Type="http://schemas.openxmlformats.org/officeDocument/2006/relationships/image" Target="../media/image8.png"/><Relationship Id="rId5" Type="http://schemas.openxmlformats.org/officeDocument/2006/relationships/image" Target="../media/image9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09.xml"/><Relationship Id="rId2" Type="http://schemas.openxmlformats.org/officeDocument/2006/relationships/image" Target="../media/image10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05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10.xml"/><Relationship Id="rId2" Type="http://schemas.openxmlformats.org/officeDocument/2006/relationships/image" Target="../media/image1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10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0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11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1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106" name="封面眉标"/>
          <p:cNvSpPr txBox="1"/>
          <p:nvPr/>
        </p:nvSpPr>
        <p:spPr>
          <a:xfrm>
            <a:off x="609600" y="1895475"/>
            <a:ext cx="8382000" cy="2286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zh-CN" altLang="en-US" sz="1600" b="1" spc="180" dirty="0">
                <a:solidFill>
                  <a:srgbClr val="4D7C2B"/>
                </a:solidFill>
                <a:latin typeface="Palatino Linotype"/>
                <a:ea typeface="Noto Sans SC"/>
                <a:cs typeface="Palatino Linotype"/>
              </a:rPr>
              <a:t>研究生第一学年研究进展汇报</a:t>
            </a:r>
          </a:p>
        </p:txBody>
      </p:sp>
      <p:sp>
        <p:nvSpPr>
          <p:cNvPr id="1107" name="封面主标题"/>
          <p:cNvSpPr txBox="1"/>
          <p:nvPr/>
        </p:nvSpPr>
        <p:spPr>
          <a:xfrm>
            <a:off x="609600" y="2247900"/>
            <a:ext cx="8382000" cy="6858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20000"/>
              </a:lnSpc>
            </a:pPr>
            <a:r>
              <a:rPr lang="zh-CN" altLang="en-US" sz="4000" b="1" dirty="0">
                <a:solidFill>
                  <a:srgbClr val="1A1A1A"/>
                </a:solidFill>
                <a:latin typeface="Palatino Linotype"/>
                <a:ea typeface="Noto Sans SC"/>
                <a:cs typeface="Palatino Linotype"/>
              </a:rPr>
              <a:t>面向时序预测的轻量化模型研究</a:t>
            </a:r>
          </a:p>
        </p:txBody>
      </p:sp>
      <p:sp>
        <p:nvSpPr>
          <p:cNvPr id="1108" name="封面副标题"/>
          <p:cNvSpPr txBox="1"/>
          <p:nvPr/>
        </p:nvSpPr>
        <p:spPr>
          <a:xfrm>
            <a:off x="609600" y="3067050"/>
            <a:ext cx="8382000" cy="3048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zh-CN" altLang="en-US" sz="1800" dirty="0">
                <a:solidFill>
                  <a:srgbClr val="6B6B6B"/>
                </a:solidFill>
                <a:latin typeface="Palatino Linotype"/>
                <a:ea typeface="Noto Sans SC"/>
                <a:cs typeface="Palatino Linotype"/>
              </a:rPr>
              <a:t>Lightweight Modeling for Time-Series Forecasting</a:t>
            </a:r>
          </a:p>
        </p:txBody>
      </p:sp>
      <p:sp>
        <p:nvSpPr>
          <p:cNvPr id="1109" name="封面信息"/>
          <p:cNvSpPr txBox="1"/>
          <p:nvPr/>
        </p:nvSpPr>
        <p:spPr>
          <a:xfrm>
            <a:off x="609600" y="3848100"/>
            <a:ext cx="8382000" cy="17145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50000"/>
              </a:lnSpc>
            </a:pPr>
            <a:r>
              <a:rPr lang="zh-CN" altLang="en-US" sz="1650" dirty="0">
                <a:solidFill>
                  <a:srgbClr val="6B6B6B"/>
                </a:solidFill>
                <a:latin typeface="Palatino Linotype"/>
                <a:ea typeface="Noto Sans SC"/>
                <a:cs typeface="Palatino Linotype"/>
              </a:rPr>
              <a:t>汇报人　　</a:t>
            </a:r>
            <a:r>
              <a:rPr lang="zh-CN" altLang="en-US" sz="1650" dirty="0">
                <a:solidFill>
                  <a:srgbClr val="1A1A1A"/>
                </a:solidFill>
                <a:latin typeface="Palatino Linotype"/>
                <a:ea typeface="Noto Sans SC"/>
                <a:cs typeface="Palatino Linotype"/>
              </a:rPr>
              <a:t>张珂</a:t>
            </a:r>
          </a:p>
          <a:p>
            <a:pPr algn="l">
              <a:lnSpc>
                <a:spcPct val="150000"/>
              </a:lnSpc>
            </a:pPr>
            <a:r>
              <a:rPr lang="zh-CN" altLang="en-US" sz="1650" dirty="0">
                <a:solidFill>
                  <a:srgbClr val="6B6B6B"/>
                </a:solidFill>
                <a:latin typeface="Palatino Linotype"/>
                <a:ea typeface="Noto Sans SC"/>
                <a:cs typeface="Palatino Linotype"/>
              </a:rPr>
              <a:t>导师　　</a:t>
            </a:r>
            <a:r>
              <a:rPr lang="zh-CN" altLang="en-US" sz="1650" dirty="0">
                <a:solidFill>
                  <a:srgbClr val="1A1A1A"/>
                </a:solidFill>
                <a:latin typeface="Palatino Linotype"/>
                <a:ea typeface="Noto Sans SC"/>
                <a:cs typeface="Palatino Linotype"/>
              </a:rPr>
              <a:t>×××　教授</a:t>
            </a:r>
          </a:p>
          <a:p>
            <a:pPr algn="l">
              <a:lnSpc>
                <a:spcPct val="150000"/>
              </a:lnSpc>
            </a:pPr>
            <a:r>
              <a:rPr lang="zh-CN" altLang="en-US" sz="1650" dirty="0">
                <a:solidFill>
                  <a:srgbClr val="6B6B6B"/>
                </a:solidFill>
                <a:latin typeface="Palatino Linotype"/>
                <a:ea typeface="Noto Sans SC"/>
                <a:cs typeface="Palatino Linotype"/>
              </a:rPr>
              <a:t>学院　　</a:t>
            </a:r>
            <a:r>
              <a:rPr lang="zh-CN" altLang="en-US" sz="1650" dirty="0">
                <a:solidFill>
                  <a:srgbClr val="1A1A1A"/>
                </a:solidFill>
                <a:latin typeface="Palatino Linotype"/>
                <a:ea typeface="Noto Sans SC"/>
                <a:cs typeface="Palatino Linotype"/>
              </a:rPr>
              <a:t>东南大学电气工程学院</a:t>
            </a:r>
          </a:p>
          <a:p>
            <a:pPr algn="l">
              <a:lnSpc>
                <a:spcPct val="150000"/>
              </a:lnSpc>
            </a:pPr>
            <a:r>
              <a:rPr lang="zh-CN" altLang="en-US" sz="1650" dirty="0">
                <a:solidFill>
                  <a:srgbClr val="6B6B6B"/>
                </a:solidFill>
                <a:latin typeface="Palatino Linotype"/>
                <a:ea typeface="Noto Sans SC"/>
                <a:cs typeface="Palatino Linotype"/>
              </a:rPr>
              <a:t>日期　　</a:t>
            </a:r>
            <a:r>
              <a:rPr lang="zh-CN" altLang="en-US" sz="1650" dirty="0">
                <a:solidFill>
                  <a:srgbClr val="1A1A1A"/>
                </a:solidFill>
                <a:latin typeface="Palatino Linotype"/>
                <a:ea typeface="Noto Sans SC"/>
                <a:cs typeface="Palatino Linotype"/>
              </a:rPr>
              <a:t>2026 年 9 月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目录</a:t>
            </a:r>
          </a:p>
        </p:txBody>
      </p:sp>
      <p:sp>
        <p:nvSpPr>
          <p:cNvPr id="1110" name="目录序号1"/>
          <p:cNvSpPr txBox="1"/>
          <p:nvPr/>
        </p:nvSpPr>
        <p:spPr>
          <a:xfrm>
            <a:off x="504825" y="2667000"/>
            <a:ext cx="533400" cy="40005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zh-CN" altLang="en-US" sz="2600" b="1" dirty="0">
                <a:solidFill>
                  <a:srgbClr val="4D7C2B"/>
                </a:solidFill>
                <a:latin typeface="Palatino Linotype"/>
                <a:ea typeface="Noto Sans SC"/>
                <a:cs typeface="Palatino Linotype"/>
              </a:rPr>
              <a:t>01</a:t>
            </a:r>
          </a:p>
        </p:txBody>
      </p:sp>
      <p:sp>
        <p:nvSpPr>
          <p:cNvPr id="1111" name="目录标题1"/>
          <p:cNvSpPr txBox="1"/>
          <p:nvPr/>
        </p:nvSpPr>
        <p:spPr>
          <a:xfrm>
            <a:off x="1057275" y="2667000"/>
            <a:ext cx="4810125" cy="2667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zh-CN" altLang="en-US" sz="1800" b="1" dirty="0">
                <a:solidFill>
                  <a:srgbClr val="1A1A1A"/>
                </a:solidFill>
                <a:latin typeface="Palatino Linotype"/>
                <a:ea typeface="Noto Sans SC"/>
                <a:cs typeface="Palatino Linotype"/>
              </a:rPr>
              <a:t>研究背景</a:t>
            </a:r>
          </a:p>
        </p:txBody>
      </p:sp>
      <p:sp>
        <p:nvSpPr>
          <p:cNvPr id="1112" name="目录英文1"/>
          <p:cNvSpPr txBox="1"/>
          <p:nvPr/>
        </p:nvSpPr>
        <p:spPr>
          <a:xfrm>
            <a:off x="1057275" y="2971800"/>
            <a:ext cx="4810125" cy="1905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zh-CN" altLang="en-US" sz="1000" spc="40" dirty="0">
                <a:solidFill>
                  <a:srgbClr val="6B6B6B"/>
                </a:solidFill>
                <a:latin typeface="Palatino Linotype"/>
                <a:ea typeface="Noto Sans SC"/>
                <a:cs typeface="Palatino Linotype"/>
              </a:rPr>
              <a:t>BACKGROUND</a:t>
            </a:r>
          </a:p>
        </p:txBody>
      </p:sp>
      <p:sp>
        <p:nvSpPr>
          <p:cNvPr id="1113" name="目录分隔线1"/>
          <p:cNvSpPr/>
          <p:nvPr/>
        </p:nvSpPr>
        <p:spPr>
          <a:xfrm>
            <a:off x="504825" y="3286125"/>
            <a:ext cx="5381625" cy="9525"/>
          </a:xfrm>
          <a:prstGeom prst="rect">
            <a:avLst/>
          </a:prstGeom>
          <a:solidFill>
            <a:srgbClr val="E4E4DE"/>
          </a:solidFill>
          <a:ln>
            <a:noFill/>
          </a:ln>
        </p:spPr>
        <p:txBody>
          <a:bodyPr/>
          <a:lstStyle/>
          <a:p/>
        </p:txBody>
      </p:sp>
      <p:sp>
        <p:nvSpPr>
          <p:cNvPr id="1114" name="目录序号2"/>
          <p:cNvSpPr txBox="1"/>
          <p:nvPr/>
        </p:nvSpPr>
        <p:spPr>
          <a:xfrm>
            <a:off x="6305550" y="2667000"/>
            <a:ext cx="533400" cy="40005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zh-CN" altLang="en-US" sz="2600" b="1" dirty="0">
                <a:solidFill>
                  <a:srgbClr val="4D7C2B"/>
                </a:solidFill>
                <a:latin typeface="Palatino Linotype"/>
                <a:ea typeface="Noto Sans SC"/>
                <a:cs typeface="Palatino Linotype"/>
              </a:rPr>
              <a:t>02</a:t>
            </a:r>
          </a:p>
        </p:txBody>
      </p:sp>
      <p:sp>
        <p:nvSpPr>
          <p:cNvPr id="1115" name="目录标题2"/>
          <p:cNvSpPr txBox="1"/>
          <p:nvPr/>
        </p:nvSpPr>
        <p:spPr>
          <a:xfrm>
            <a:off x="6858000" y="2667000"/>
            <a:ext cx="4810125" cy="2667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zh-CN" altLang="en-US" sz="1800" b="1" dirty="0">
                <a:solidFill>
                  <a:srgbClr val="1A1A1A"/>
                </a:solidFill>
                <a:latin typeface="Palatino Linotype"/>
                <a:ea typeface="Noto Sans SC"/>
                <a:cs typeface="Palatino Linotype"/>
              </a:rPr>
              <a:t>相关工作</a:t>
            </a:r>
          </a:p>
        </p:txBody>
      </p:sp>
      <p:sp>
        <p:nvSpPr>
          <p:cNvPr id="1116" name="目录英文2"/>
          <p:cNvSpPr txBox="1"/>
          <p:nvPr/>
        </p:nvSpPr>
        <p:spPr>
          <a:xfrm>
            <a:off x="6858000" y="2971800"/>
            <a:ext cx="4810125" cy="1905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zh-CN" altLang="en-US" sz="1000" spc="40" dirty="0">
                <a:solidFill>
                  <a:srgbClr val="6B6B6B"/>
                </a:solidFill>
                <a:latin typeface="Palatino Linotype"/>
                <a:ea typeface="Noto Sans SC"/>
                <a:cs typeface="Palatino Linotype"/>
              </a:rPr>
              <a:t>RELATED WORK</a:t>
            </a:r>
          </a:p>
        </p:txBody>
      </p:sp>
      <p:sp>
        <p:nvSpPr>
          <p:cNvPr id="1117" name="目录分隔线2"/>
          <p:cNvSpPr/>
          <p:nvPr/>
        </p:nvSpPr>
        <p:spPr>
          <a:xfrm>
            <a:off x="6305550" y="3286125"/>
            <a:ext cx="5381625" cy="9525"/>
          </a:xfrm>
          <a:prstGeom prst="rect">
            <a:avLst/>
          </a:prstGeom>
          <a:solidFill>
            <a:srgbClr val="E4E4DE"/>
          </a:solidFill>
          <a:ln>
            <a:noFill/>
          </a:ln>
        </p:spPr>
        <p:txBody>
          <a:bodyPr/>
          <a:lstStyle/>
          <a:p/>
        </p:txBody>
      </p:sp>
      <p:sp>
        <p:nvSpPr>
          <p:cNvPr id="1118" name="目录序号3"/>
          <p:cNvSpPr txBox="1"/>
          <p:nvPr/>
        </p:nvSpPr>
        <p:spPr>
          <a:xfrm>
            <a:off x="504825" y="3562350"/>
            <a:ext cx="533400" cy="40005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zh-CN" altLang="en-US" sz="2600" b="1" dirty="0">
                <a:solidFill>
                  <a:srgbClr val="4D7C2B"/>
                </a:solidFill>
                <a:latin typeface="Palatino Linotype"/>
                <a:ea typeface="Noto Sans SC"/>
                <a:cs typeface="Palatino Linotype"/>
              </a:rPr>
              <a:t>03</a:t>
            </a:r>
          </a:p>
        </p:txBody>
      </p:sp>
      <p:sp>
        <p:nvSpPr>
          <p:cNvPr id="1119" name="目录标题3"/>
          <p:cNvSpPr txBox="1"/>
          <p:nvPr/>
        </p:nvSpPr>
        <p:spPr>
          <a:xfrm>
            <a:off x="1057275" y="3562350"/>
            <a:ext cx="4810125" cy="2667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zh-CN" altLang="en-US" sz="1800" b="1" dirty="0">
                <a:solidFill>
                  <a:srgbClr val="1A1A1A"/>
                </a:solidFill>
                <a:latin typeface="Palatino Linotype"/>
                <a:ea typeface="Noto Sans SC"/>
                <a:cs typeface="Palatino Linotype"/>
              </a:rPr>
              <a:t>方法设计</a:t>
            </a:r>
          </a:p>
        </p:txBody>
      </p:sp>
      <p:sp>
        <p:nvSpPr>
          <p:cNvPr id="1120" name="目录英文3"/>
          <p:cNvSpPr txBox="1"/>
          <p:nvPr/>
        </p:nvSpPr>
        <p:spPr>
          <a:xfrm>
            <a:off x="1057275" y="3867150"/>
            <a:ext cx="4810125" cy="1905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zh-CN" altLang="en-US" sz="1000" spc="40" dirty="0">
                <a:solidFill>
                  <a:srgbClr val="6B6B6B"/>
                </a:solidFill>
                <a:latin typeface="Palatino Linotype"/>
                <a:ea typeface="Noto Sans SC"/>
                <a:cs typeface="Palatino Linotype"/>
              </a:rPr>
              <a:t>METHODOLOGY</a:t>
            </a:r>
          </a:p>
        </p:txBody>
      </p:sp>
      <p:sp>
        <p:nvSpPr>
          <p:cNvPr id="1121" name="目录分隔线3"/>
          <p:cNvSpPr/>
          <p:nvPr/>
        </p:nvSpPr>
        <p:spPr>
          <a:xfrm>
            <a:off x="504825" y="4181475"/>
            <a:ext cx="5381625" cy="9525"/>
          </a:xfrm>
          <a:prstGeom prst="rect">
            <a:avLst/>
          </a:prstGeom>
          <a:solidFill>
            <a:srgbClr val="E4E4DE"/>
          </a:solidFill>
          <a:ln>
            <a:noFill/>
          </a:ln>
        </p:spPr>
        <p:txBody>
          <a:bodyPr/>
          <a:lstStyle/>
          <a:p/>
        </p:txBody>
      </p:sp>
      <p:sp>
        <p:nvSpPr>
          <p:cNvPr id="1122" name="目录序号4"/>
          <p:cNvSpPr txBox="1"/>
          <p:nvPr/>
        </p:nvSpPr>
        <p:spPr>
          <a:xfrm>
            <a:off x="6305550" y="3562350"/>
            <a:ext cx="533400" cy="40005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zh-CN" altLang="en-US" sz="2600" b="1" dirty="0">
                <a:solidFill>
                  <a:srgbClr val="4D7C2B"/>
                </a:solidFill>
                <a:latin typeface="Palatino Linotype"/>
                <a:ea typeface="Noto Sans SC"/>
                <a:cs typeface="Palatino Linotype"/>
              </a:rPr>
              <a:t>04</a:t>
            </a:r>
          </a:p>
        </p:txBody>
      </p:sp>
      <p:sp>
        <p:nvSpPr>
          <p:cNvPr id="1123" name="目录标题4"/>
          <p:cNvSpPr txBox="1"/>
          <p:nvPr/>
        </p:nvSpPr>
        <p:spPr>
          <a:xfrm>
            <a:off x="6858000" y="3562350"/>
            <a:ext cx="4810125" cy="2667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zh-CN" altLang="en-US" sz="1800" b="1" dirty="0">
                <a:solidFill>
                  <a:srgbClr val="1A1A1A"/>
                </a:solidFill>
                <a:latin typeface="Palatino Linotype"/>
                <a:ea typeface="Noto Sans SC"/>
                <a:cs typeface="Palatino Linotype"/>
              </a:rPr>
              <a:t>实验与分析</a:t>
            </a:r>
          </a:p>
        </p:txBody>
      </p:sp>
      <p:sp>
        <p:nvSpPr>
          <p:cNvPr id="1124" name="目录英文4"/>
          <p:cNvSpPr txBox="1"/>
          <p:nvPr/>
        </p:nvSpPr>
        <p:spPr>
          <a:xfrm>
            <a:off x="6858000" y="3867150"/>
            <a:ext cx="4810125" cy="1905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zh-CN" altLang="en-US" sz="1000" spc="40" dirty="0">
                <a:solidFill>
                  <a:srgbClr val="6B6B6B"/>
                </a:solidFill>
                <a:latin typeface="Palatino Linotype"/>
                <a:ea typeface="Noto Sans SC"/>
                <a:cs typeface="Palatino Linotype"/>
              </a:rPr>
              <a:t>EXPERIMENTS</a:t>
            </a:r>
          </a:p>
        </p:txBody>
      </p:sp>
      <p:sp>
        <p:nvSpPr>
          <p:cNvPr id="1125" name="目录分隔线4"/>
          <p:cNvSpPr/>
          <p:nvPr/>
        </p:nvSpPr>
        <p:spPr>
          <a:xfrm>
            <a:off x="6305550" y="4181475"/>
            <a:ext cx="5381625" cy="9525"/>
          </a:xfrm>
          <a:prstGeom prst="rect">
            <a:avLst/>
          </a:prstGeom>
          <a:solidFill>
            <a:srgbClr val="E4E4DE"/>
          </a:solidFill>
          <a:ln>
            <a:noFill/>
          </a:ln>
        </p:spPr>
        <p:txBody>
          <a:bodyPr/>
          <a:lstStyle/>
          <a:p/>
        </p:txBody>
      </p:sp>
      <p:sp>
        <p:nvSpPr>
          <p:cNvPr id="1126" name="目录序号5"/>
          <p:cNvSpPr txBox="1"/>
          <p:nvPr/>
        </p:nvSpPr>
        <p:spPr>
          <a:xfrm>
            <a:off x="504825" y="4457700"/>
            <a:ext cx="533400" cy="40005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zh-CN" altLang="en-US" sz="2600" b="1" dirty="0">
                <a:solidFill>
                  <a:srgbClr val="4D7C2B"/>
                </a:solidFill>
                <a:latin typeface="Palatino Linotype"/>
                <a:ea typeface="Noto Sans SC"/>
                <a:cs typeface="Palatino Linotype"/>
              </a:rPr>
              <a:t>05</a:t>
            </a:r>
          </a:p>
        </p:txBody>
      </p:sp>
      <p:sp>
        <p:nvSpPr>
          <p:cNvPr id="1127" name="目录标题5"/>
          <p:cNvSpPr txBox="1"/>
          <p:nvPr/>
        </p:nvSpPr>
        <p:spPr>
          <a:xfrm>
            <a:off x="1057275" y="4457700"/>
            <a:ext cx="4810125" cy="2667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zh-CN" altLang="en-US" sz="1800" b="1" dirty="0">
                <a:solidFill>
                  <a:srgbClr val="1A1A1A"/>
                </a:solidFill>
                <a:latin typeface="Palatino Linotype"/>
                <a:ea typeface="Noto Sans SC"/>
                <a:cs typeface="Palatino Linotype"/>
              </a:rPr>
              <a:t>总结与展望</a:t>
            </a:r>
          </a:p>
        </p:txBody>
      </p:sp>
      <p:sp>
        <p:nvSpPr>
          <p:cNvPr id="1128" name="目录英文5"/>
          <p:cNvSpPr txBox="1"/>
          <p:nvPr/>
        </p:nvSpPr>
        <p:spPr>
          <a:xfrm>
            <a:off x="1057275" y="4762500"/>
            <a:ext cx="4810125" cy="1905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zh-CN" altLang="en-US" sz="1000" spc="40" dirty="0">
                <a:solidFill>
                  <a:srgbClr val="6B6B6B"/>
                </a:solidFill>
                <a:latin typeface="Palatino Linotype"/>
                <a:ea typeface="Noto Sans SC"/>
                <a:cs typeface="Palatino Linotype"/>
              </a:rPr>
              <a:t>CONCLUSION</a:t>
            </a:r>
          </a:p>
        </p:txBody>
      </p:sp>
      <p:sp>
        <p:nvSpPr>
          <p:cNvPr id="1129" name="目录分隔线5"/>
          <p:cNvSpPr/>
          <p:nvPr/>
        </p:nvSpPr>
        <p:spPr>
          <a:xfrm>
            <a:off x="504825" y="5076825"/>
            <a:ext cx="5381625" cy="9525"/>
          </a:xfrm>
          <a:prstGeom prst="rect">
            <a:avLst/>
          </a:prstGeom>
          <a:solidFill>
            <a:srgbClr val="E4E4DE"/>
          </a:solidFill>
          <a:ln>
            <a:noFill/>
          </a:ln>
        </p:spPr>
        <p:txBody>
          <a:bodyPr/>
          <a:lstStyle/>
          <a:p/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130" name="章节数字"/>
          <p:cNvSpPr txBox="1"/>
          <p:nvPr/>
        </p:nvSpPr>
        <p:spPr>
          <a:xfrm>
            <a:off x="1000125" y="2428875"/>
            <a:ext cx="2019300" cy="20193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zh-CN" altLang="en-US" sz="7200" b="1" dirty="0">
                <a:solidFill>
                  <a:srgbClr val="FFFFFF"/>
                </a:solidFill>
                <a:latin typeface="Palatino Linotype"/>
                <a:ea typeface="Noto Sans SC"/>
                <a:cs typeface="Palatino Linotype"/>
              </a:rPr>
              <a:t>01</a:t>
            </a:r>
          </a:p>
        </p:txBody>
      </p:sp>
      <p:sp>
        <p:nvSpPr>
          <p:cNvPr id="1131" name="章节标题"/>
          <p:cNvSpPr txBox="1"/>
          <p:nvPr/>
        </p:nvSpPr>
        <p:spPr>
          <a:xfrm>
            <a:off x="3600450" y="2552700"/>
            <a:ext cx="7620000" cy="55245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zh-CN" altLang="en-US" sz="3600" b="1" dirty="0">
                <a:solidFill>
                  <a:srgbClr val="1A1A1A"/>
                </a:solidFill>
                <a:latin typeface="Palatino Linotype"/>
                <a:ea typeface="Noto Sans SC"/>
                <a:cs typeface="Palatino Linotype"/>
              </a:rPr>
              <a:t>研究背景</a:t>
            </a:r>
          </a:p>
        </p:txBody>
      </p:sp>
      <p:sp>
        <p:nvSpPr>
          <p:cNvPr id="1132" name="章节英文"/>
          <p:cNvSpPr txBox="1"/>
          <p:nvPr/>
        </p:nvSpPr>
        <p:spPr>
          <a:xfrm>
            <a:off x="3600450" y="3143250"/>
            <a:ext cx="8001000" cy="24765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zh-CN" altLang="en-US" sz="1500" dirty="0">
                <a:solidFill>
                  <a:srgbClr val="6B6B6B"/>
                </a:solidFill>
                <a:latin typeface="Palatino Linotype"/>
                <a:ea typeface="Noto Sans SC"/>
                <a:cs typeface="Palatino Linotype"/>
              </a:rPr>
              <a:t>BACKGROUND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数据来源与预处理</a:t>
            </a:r>
          </a:p>
        </p:txBody>
      </p:sp>
      <p:sp>
        <p:nvSpPr>
          <p:cNvPr id="1133" name="章节眉标"/>
          <p:cNvSpPr txBox="1"/>
          <p:nvPr/>
        </p:nvSpPr>
        <p:spPr>
          <a:xfrm>
            <a:off x="504825" y="1371600"/>
            <a:ext cx="8572500" cy="20955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zh-CN" altLang="en-US" sz="1300" b="1" dirty="0">
                <a:solidFill>
                  <a:srgbClr val="4D7C2B"/>
                </a:solidFill>
                <a:latin typeface="Palatino Linotype"/>
                <a:ea typeface="Noto Sans SC"/>
                <a:cs typeface="Palatino Linotype"/>
              </a:rPr>
              <a:t>01 · 研究背景</a:t>
            </a:r>
          </a:p>
        </p:txBody>
      </p:sp>
      <p:sp>
        <p:nvSpPr>
          <p:cNvPr id="1134" name="章节内进度1-2"/>
          <p:cNvSpPr/>
          <p:nvPr/>
        </p:nvSpPr>
        <p:spPr>
          <a:xfrm>
            <a:off x="504825" y="1004888"/>
            <a:ext cx="228600" cy="28575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txBody>
          <a:bodyPr/>
          <a:lstStyle/>
          <a:p/>
        </p:txBody>
      </p:sp>
      <p:sp>
        <p:nvSpPr>
          <p:cNvPr id="1135" name="左栏"/>
          <p:cNvSpPr txBox="1"/>
          <p:nvPr/>
        </p:nvSpPr>
        <p:spPr>
          <a:xfrm>
            <a:off x="504825" y="2419350"/>
            <a:ext cx="5453062" cy="28575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171450" indent="-171450" algn="l">
              <a:lnSpc>
                <a:spcPct val="145000"/>
              </a:lnSpc>
              <a:spcAft>
                <a:spcPts val="800"/>
              </a:spcAft>
              <a:buClr>
                <a:srgbClr val="4D7C2B"/>
              </a:buClr>
              <a:buFont typeface="Arial"/>
              <a:buChar char="▪"/>
            </a:pPr>
            <a:r>
              <a:rPr lang="zh-CN" altLang="en-US" sz="1600" b="1" dirty="0">
                <a:solidFill>
                  <a:srgbClr val="3E6623"/>
                </a:solidFill>
                <a:latin typeface="Palatino Linotype"/>
                <a:ea typeface="Noto Sans SC"/>
                <a:cs typeface="Palatino Linotype"/>
              </a:rPr>
              <a:t>数据来源：</a:t>
            </a:r>
            <a:r>
              <a:rPr lang="zh-CN" altLang="en-US" sz="1600" dirty="0">
                <a:solidFill>
                  <a:srgbClr val="1A1A1A"/>
                </a:solidFill>
                <a:latin typeface="Palatino Linotype"/>
                <a:ea typeface="Noto Sans SC"/>
                <a:cs typeface="Palatino Linotype"/>
              </a:rPr>
              <a:t>某系统 6 年逐 15 分钟记录，覆盖 237 个观测点。</a:t>
            </a:r>
          </a:p>
          <a:p>
            <a:pPr marL="171450" indent="-171450" algn="l">
              <a:lnSpc>
                <a:spcPct val="145000"/>
              </a:lnSpc>
              <a:spcAft>
                <a:spcPts val="800"/>
              </a:spcAft>
              <a:buClr>
                <a:srgbClr val="4D7C2B"/>
              </a:buClr>
              <a:buFont typeface="Arial"/>
              <a:buChar char="▪"/>
            </a:pPr>
            <a:r>
              <a:rPr lang="zh-CN" altLang="en-US" sz="1600" b="1" dirty="0">
                <a:solidFill>
                  <a:srgbClr val="3E6623"/>
                </a:solidFill>
                <a:latin typeface="Palatino Linotype"/>
                <a:ea typeface="Noto Sans SC"/>
                <a:cs typeface="Palatino Linotype"/>
              </a:rPr>
              <a:t>数据质量：</a:t>
            </a:r>
            <a:r>
              <a:rPr lang="zh-CN" altLang="en-US" sz="1600" dirty="0">
                <a:solidFill>
                  <a:srgbClr val="1A1A1A"/>
                </a:solidFill>
                <a:latin typeface="Palatino Linotype"/>
                <a:ea typeface="Noto Sans SC"/>
                <a:cs typeface="Palatino Linotype"/>
              </a:rPr>
              <a:t>缺失率 2.3%，样条插值补齐；异常点用 3σ 准则识别。</a:t>
            </a:r>
          </a:p>
          <a:p>
            <a:pPr marL="171450" indent="-171450" algn="l">
              <a:lnSpc>
                <a:spcPct val="145000"/>
              </a:lnSpc>
              <a:spcAft>
                <a:spcPts val="800"/>
              </a:spcAft>
              <a:buClr>
                <a:srgbClr val="4D7C2B"/>
              </a:buClr>
              <a:buFont typeface="Arial"/>
              <a:buChar char="▪"/>
            </a:pPr>
            <a:r>
              <a:rPr lang="zh-CN" altLang="en-US" sz="1600" b="1" dirty="0">
                <a:solidFill>
                  <a:srgbClr val="3E6623"/>
                </a:solidFill>
                <a:latin typeface="Palatino Linotype"/>
                <a:ea typeface="Noto Sans SC"/>
                <a:cs typeface="Palatino Linotype"/>
              </a:rPr>
              <a:t>外部变量：</a:t>
            </a:r>
            <a:r>
              <a:rPr lang="zh-CN" altLang="en-US" sz="1600" dirty="0">
                <a:solidFill>
                  <a:srgbClr val="1A1A1A"/>
                </a:solidFill>
                <a:latin typeface="Palatino Linotype"/>
                <a:ea typeface="Noto Sans SC"/>
                <a:cs typeface="Palatino Linotype"/>
              </a:rPr>
              <a:t>温度、湿度、辐照度按站点做 IDW 空间插值对齐。</a:t>
            </a:r>
          </a:p>
        </p:txBody>
      </p:sp>
      <p:sp>
        <p:nvSpPr>
          <p:cNvPr id="1136" name="注释"/>
          <p:cNvSpPr txBox="1"/>
          <p:nvPr/>
        </p:nvSpPr>
        <p:spPr>
          <a:xfrm>
            <a:off x="504825" y="4819650"/>
            <a:ext cx="5453062" cy="1905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30000"/>
              </a:lnSpc>
            </a:pPr>
            <a:r>
              <a:rPr lang="zh-CN" altLang="en-US" sz="1100" dirty="0">
                <a:solidFill>
                  <a:srgbClr val="6B6B6B"/>
                </a:solidFill>
                <a:latin typeface="Palatino Linotype"/>
                <a:ea typeface="Noto Sans SC"/>
                <a:cs typeface="Palatino Linotype"/>
              </a:rPr>
              <a:t>注：所有序列做 Z-score 标准化，避免量纲影响。</a:t>
            </a:r>
          </a:p>
        </p:txBody>
      </p:sp>
      <p:sp>
        <p:nvSpPr>
          <p:cNvPr id="1137" name="右栏"/>
          <p:cNvSpPr txBox="1"/>
          <p:nvPr/>
        </p:nvSpPr>
        <p:spPr>
          <a:xfrm>
            <a:off x="6234112" y="2419350"/>
            <a:ext cx="5453062" cy="28575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171450" indent="-171450" algn="l">
              <a:lnSpc>
                <a:spcPct val="145000"/>
              </a:lnSpc>
              <a:spcAft>
                <a:spcPts val="800"/>
              </a:spcAft>
              <a:buClr>
                <a:srgbClr val="4D7C2B"/>
              </a:buClr>
              <a:buFont typeface="Arial"/>
              <a:buChar char="▪"/>
            </a:pPr>
            <a:r>
              <a:rPr lang="zh-CN" altLang="en-US" sz="1600" b="1" dirty="0">
                <a:solidFill>
                  <a:srgbClr val="00615E"/>
                </a:solidFill>
                <a:latin typeface="Palatino Linotype"/>
                <a:ea typeface="Noto Sans SC"/>
                <a:cs typeface="Palatino Linotype"/>
              </a:rPr>
              <a:t>特征工程：</a:t>
            </a:r>
            <a:r>
              <a:rPr lang="zh-CN" altLang="en-US" sz="1600" dirty="0">
                <a:solidFill>
                  <a:srgbClr val="1A1A1A"/>
                </a:solidFill>
                <a:latin typeface="Palatino Linotype"/>
                <a:ea typeface="Noto Sans SC"/>
                <a:cs typeface="Palatino Linotype"/>
              </a:rPr>
              <a:t>滑动窗口长度经网格搜索定为 96 步（24 小时）。</a:t>
            </a:r>
          </a:p>
          <a:p>
            <a:pPr marL="171450" indent="-171450" algn="l">
              <a:lnSpc>
                <a:spcPct val="145000"/>
              </a:lnSpc>
              <a:spcAft>
                <a:spcPts val="800"/>
              </a:spcAft>
              <a:buClr>
                <a:srgbClr val="4D7C2B"/>
              </a:buClr>
              <a:buFont typeface="Arial"/>
              <a:buChar char="▪"/>
            </a:pPr>
            <a:r>
              <a:rPr lang="zh-CN" altLang="en-US" sz="1600" b="1" dirty="0">
                <a:solidFill>
                  <a:srgbClr val="00615E"/>
                </a:solidFill>
                <a:latin typeface="Palatino Linotype"/>
                <a:ea typeface="Noto Sans SC"/>
                <a:cs typeface="Palatino Linotype"/>
              </a:rPr>
              <a:t>日历特征：</a:t>
            </a:r>
            <a:r>
              <a:rPr lang="zh-CN" altLang="en-US" sz="1600" dirty="0">
                <a:solidFill>
                  <a:srgbClr val="1A1A1A"/>
                </a:solidFill>
                <a:latin typeface="Palatino Linotype"/>
                <a:ea typeface="Noto Sans SC"/>
                <a:cs typeface="Palatino Linotype"/>
              </a:rPr>
              <a:t>星期、节假日、分时电价区间。</a:t>
            </a:r>
          </a:p>
          <a:p>
            <a:pPr marL="171450" indent="-171450" algn="l">
              <a:lnSpc>
                <a:spcPct val="145000"/>
              </a:lnSpc>
              <a:spcAft>
                <a:spcPts val="800"/>
              </a:spcAft>
              <a:buClr>
                <a:srgbClr val="4D7C2B"/>
              </a:buClr>
              <a:buFont typeface="Arial"/>
              <a:buChar char="▪"/>
            </a:pPr>
            <a:r>
              <a:rPr lang="zh-CN" altLang="en-US" sz="1600" b="1" dirty="0">
                <a:solidFill>
                  <a:srgbClr val="00615E"/>
                </a:solidFill>
                <a:latin typeface="Palatino Linotype"/>
                <a:ea typeface="Noto Sans SC"/>
                <a:cs typeface="Palatino Linotype"/>
              </a:rPr>
              <a:t>数据划分：</a:t>
            </a:r>
            <a:r>
              <a:rPr lang="zh-CN" altLang="en-US" sz="1600" dirty="0">
                <a:solidFill>
                  <a:srgbClr val="1A1A1A"/>
                </a:solidFill>
                <a:latin typeface="Palatino Linotype"/>
                <a:ea typeface="Noto Sans SC"/>
                <a:cs typeface="Palatino Linotype"/>
              </a:rPr>
              <a:t>训练 / 验证 / 测试按 7 : 1 : 2 时序切分，不随机打乱。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模型总体框架</a:t>
            </a:r>
          </a:p>
        </p:txBody>
      </p:sp>
      <p:sp>
        <p:nvSpPr>
          <p:cNvPr id="1138" name="章节眉标"/>
          <p:cNvSpPr txBox="1"/>
          <p:nvPr/>
        </p:nvSpPr>
        <p:spPr>
          <a:xfrm>
            <a:off x="504825" y="1371600"/>
            <a:ext cx="8572500" cy="20955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zh-CN" altLang="en-US" sz="1300" b="1" dirty="0">
                <a:solidFill>
                  <a:srgbClr val="4D7C2B"/>
                </a:solidFill>
                <a:latin typeface="Palatino Linotype"/>
                <a:ea typeface="Noto Sans SC"/>
                <a:cs typeface="Palatino Linotype"/>
              </a:rPr>
              <a:t>01 · 研究背景</a:t>
            </a:r>
          </a:p>
        </p:txBody>
      </p:sp>
      <p:sp>
        <p:nvSpPr>
          <p:cNvPr id="1139" name="章节内进度2-2"/>
          <p:cNvSpPr/>
          <p:nvPr/>
        </p:nvSpPr>
        <p:spPr>
          <a:xfrm>
            <a:off x="504825" y="1004888"/>
            <a:ext cx="457200" cy="28575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txBody>
          <a:bodyPr/>
          <a:lstStyle/>
          <a:p/>
        </p:txBody>
      </p:sp>
      <p:sp>
        <p:nvSpPr>
          <p:cNvPr id="1140" name="正文"/>
          <p:cNvSpPr txBox="1"/>
          <p:nvPr/>
        </p:nvSpPr>
        <p:spPr>
          <a:xfrm>
            <a:off x="504825" y="2419350"/>
            <a:ext cx="4000500" cy="30480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55000"/>
              </a:lnSpc>
            </a:pPr>
            <a:r>
              <a:rPr lang="zh-CN" altLang="en-US" sz="1600" dirty="0">
                <a:solidFill>
                  <a:srgbClr val="1A1A1A"/>
                </a:solidFill>
                <a:latin typeface="Palatino Linotype"/>
                <a:ea typeface="Noto Sans SC"/>
                <a:cs typeface="Palatino Linotype"/>
              </a:rPr>
              <a:t>整体框架分三层：</a:t>
            </a:r>
            <a:r>
              <a:rPr lang="zh-CN" altLang="en-US" sz="1600" b="1" dirty="0">
                <a:solidFill>
                  <a:srgbClr val="3E6623"/>
                </a:solidFill>
                <a:latin typeface="Palatino Linotype"/>
                <a:ea typeface="Noto Sans SC"/>
                <a:cs typeface="Palatino Linotype"/>
              </a:rPr>
              <a:t>感知层</a:t>
            </a:r>
            <a:r>
              <a:rPr lang="zh-CN" altLang="en-US" sz="1600" dirty="0">
                <a:solidFill>
                  <a:srgbClr val="1A1A1A"/>
                </a:solidFill>
                <a:latin typeface="Palatino Linotype"/>
                <a:ea typeface="Noto Sans SC"/>
                <a:cs typeface="Palatino Linotype"/>
              </a:rPr>
              <a:t>汇聚量测与外部变量，</a:t>
            </a:r>
            <a:r>
              <a:rPr lang="zh-CN" altLang="en-US" sz="1600" b="1" dirty="0">
                <a:solidFill>
                  <a:srgbClr val="3E6623"/>
                </a:solidFill>
                <a:latin typeface="Palatino Linotype"/>
                <a:ea typeface="Noto Sans SC"/>
                <a:cs typeface="Palatino Linotype"/>
              </a:rPr>
              <a:t>特征层</a:t>
            </a:r>
            <a:r>
              <a:rPr lang="zh-CN" altLang="en-US" sz="1600" dirty="0">
                <a:solidFill>
                  <a:srgbClr val="1A1A1A"/>
                </a:solidFill>
                <a:latin typeface="Palatino Linotype"/>
                <a:ea typeface="Noto Sans SC"/>
                <a:cs typeface="Palatino Linotype"/>
              </a:rPr>
              <a:t>提取多尺度模式，</a:t>
            </a:r>
            <a:r>
              <a:rPr lang="zh-CN" altLang="en-US" sz="1600" b="1" dirty="0">
                <a:solidFill>
                  <a:srgbClr val="3E6623"/>
                </a:solidFill>
                <a:latin typeface="Palatino Linotype"/>
                <a:ea typeface="Noto Sans SC"/>
                <a:cs typeface="Palatino Linotype"/>
              </a:rPr>
              <a:t>输出层</a:t>
            </a:r>
            <a:r>
              <a:rPr lang="zh-CN" altLang="en-US" sz="1600" dirty="0">
                <a:solidFill>
                  <a:srgbClr val="1A1A1A"/>
                </a:solidFill>
                <a:latin typeface="Palatino Linotype"/>
                <a:ea typeface="Noto Sans SC"/>
                <a:cs typeface="Palatino Linotype"/>
              </a:rPr>
              <a:t>给出带区间的预测结果。</a:t>
            </a:r>
          </a:p>
          <a:p>
            <a:pPr algn="l">
              <a:lnSpc>
                <a:spcPct val="155000"/>
              </a:lnSpc>
              <a:spcBef>
                <a:spcPts val="1000"/>
              </a:spcBef>
            </a:pPr>
            <a:r>
              <a:rPr lang="zh-CN" altLang="en-US" sz="1600" dirty="0">
                <a:solidFill>
                  <a:srgbClr val="1A1A1A"/>
                </a:solidFill>
                <a:latin typeface="Palatino Linotype"/>
                <a:ea typeface="Noto Sans SC"/>
                <a:cs typeface="Palatino Linotype"/>
              </a:rPr>
              <a:t>相比点预测，区间预测可直接支撑备用容量决策，这是与既有工作的主要差别。</a:t>
            </a:r>
          </a:p>
        </p:txBody>
      </p:sp>
      <p:pic>
        <p:nvPicPr>
          <p:cNvPr id="1141" name="nc_network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28723" y="2362200"/>
            <a:ext cx="5420803" cy="3543300"/>
          </a:xfrm>
          <a:prstGeom prst="rect">
            <a:avLst/>
          </a:prstGeom>
        </p:spPr>
      </p:pic>
      <p:sp>
        <p:nvSpPr>
          <p:cNvPr id="1142" name="图注"/>
          <p:cNvSpPr txBox="1"/>
          <p:nvPr/>
        </p:nvSpPr>
        <p:spPr>
          <a:xfrm>
            <a:off x="4791075" y="5981700"/>
            <a:ext cx="6896100" cy="17145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ctr">
              <a:lnSpc>
                <a:spcPct val="120000"/>
              </a:lnSpc>
            </a:pPr>
            <a:r>
              <a:rPr lang="zh-CN" altLang="en-US" sz="1100" b="1" dirty="0">
                <a:solidFill>
                  <a:srgbClr val="4D7C2B"/>
                </a:solidFill>
                <a:latin typeface="Palatino Linotype"/>
                <a:ea typeface="Noto Sans SC"/>
                <a:cs typeface="Palatino Linotype"/>
              </a:rPr>
              <a:t>图 1　</a:t>
            </a:r>
            <a:r>
              <a:rPr lang="zh-CN" altLang="en-US" sz="1100" dirty="0">
                <a:solidFill>
                  <a:srgbClr val="6B6B6B"/>
                </a:solidFill>
                <a:latin typeface="Palatino Linotype"/>
                <a:ea typeface="Noto Sans SC"/>
                <a:cs typeface="Palatino Linotype"/>
              </a:rPr>
              <a:t>系统结构示意（示例插图）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143" name="章节数字"/>
          <p:cNvSpPr txBox="1"/>
          <p:nvPr/>
        </p:nvSpPr>
        <p:spPr>
          <a:xfrm>
            <a:off x="1000125" y="2428875"/>
            <a:ext cx="2019300" cy="20193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zh-CN" altLang="en-US" sz="7200" b="1" dirty="0">
                <a:solidFill>
                  <a:srgbClr val="FFFFFF"/>
                </a:solidFill>
                <a:latin typeface="Palatino Linotype"/>
                <a:ea typeface="Noto Sans SC"/>
                <a:cs typeface="Palatino Linotype"/>
              </a:rPr>
              <a:t>02</a:t>
            </a:r>
          </a:p>
        </p:txBody>
      </p:sp>
      <p:sp>
        <p:nvSpPr>
          <p:cNvPr id="1144" name="章节标题"/>
          <p:cNvSpPr txBox="1"/>
          <p:nvPr/>
        </p:nvSpPr>
        <p:spPr>
          <a:xfrm>
            <a:off x="3600450" y="2552700"/>
            <a:ext cx="7620000" cy="55245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zh-CN" altLang="en-US" sz="3600" b="1" dirty="0">
                <a:solidFill>
                  <a:srgbClr val="1A1A1A"/>
                </a:solidFill>
                <a:latin typeface="Palatino Linotype"/>
                <a:ea typeface="Noto Sans SC"/>
                <a:cs typeface="Palatino Linotype"/>
              </a:rPr>
              <a:t>相关工作</a:t>
            </a:r>
          </a:p>
        </p:txBody>
      </p:sp>
      <p:sp>
        <p:nvSpPr>
          <p:cNvPr id="1145" name="章节英文"/>
          <p:cNvSpPr txBox="1"/>
          <p:nvPr/>
        </p:nvSpPr>
        <p:spPr>
          <a:xfrm>
            <a:off x="3600450" y="3143250"/>
            <a:ext cx="8001000" cy="24765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zh-CN" altLang="en-US" sz="1500" dirty="0">
                <a:solidFill>
                  <a:srgbClr val="6B6B6B"/>
                </a:solidFill>
                <a:latin typeface="Palatino Linotype"/>
                <a:ea typeface="Noto Sans SC"/>
                <a:cs typeface="Palatino Linotype"/>
              </a:rPr>
              <a:t>RELATED WORK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三项已完成工作</a:t>
            </a:r>
          </a:p>
        </p:txBody>
      </p:sp>
      <p:sp>
        <p:nvSpPr>
          <p:cNvPr id="1146" name="章节眉标"/>
          <p:cNvSpPr txBox="1"/>
          <p:nvPr/>
        </p:nvSpPr>
        <p:spPr>
          <a:xfrm>
            <a:off x="504825" y="1371600"/>
            <a:ext cx="8572500" cy="20955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zh-CN" altLang="en-US" sz="1300" b="1" dirty="0">
                <a:solidFill>
                  <a:srgbClr val="4D7C2B"/>
                </a:solidFill>
                <a:latin typeface="Palatino Linotype"/>
                <a:ea typeface="Noto Sans SC"/>
                <a:cs typeface="Palatino Linotype"/>
              </a:rPr>
              <a:t>02 · 相关工作</a:t>
            </a:r>
          </a:p>
        </p:txBody>
      </p:sp>
      <p:sp>
        <p:nvSpPr>
          <p:cNvPr id="1147" name="章节内进度1-2"/>
          <p:cNvSpPr/>
          <p:nvPr/>
        </p:nvSpPr>
        <p:spPr>
          <a:xfrm>
            <a:off x="1028700" y="1004888"/>
            <a:ext cx="228600" cy="28575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txBody>
          <a:bodyPr/>
          <a:lstStyle/>
          <a:p/>
        </p:txBody>
      </p:sp>
      <p:sp>
        <p:nvSpPr>
          <p:cNvPr id="1148" name="卡顶"/>
          <p:cNvSpPr/>
          <p:nvPr/>
        </p:nvSpPr>
        <p:spPr>
          <a:xfrm>
            <a:off x="504825" y="2419350"/>
            <a:ext cx="3600450" cy="28575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txBody>
          <a:bodyPr/>
          <a:lstStyle/>
          <a:p/>
        </p:txBody>
      </p:sp>
      <p:sp>
        <p:nvSpPr>
          <p:cNvPr id="1149" name="卡底"/>
          <p:cNvSpPr/>
          <p:nvPr/>
        </p:nvSpPr>
        <p:spPr>
          <a:xfrm>
            <a:off x="504825" y="2447925"/>
            <a:ext cx="3600450" cy="1400175"/>
          </a:xfrm>
          <a:prstGeom prst="rect">
            <a:avLst/>
          </a:prstGeom>
          <a:solidFill>
            <a:srgbClr val="EAF0E3"/>
          </a:solidFill>
          <a:ln>
            <a:noFill/>
          </a:ln>
        </p:spPr>
        <p:txBody>
          <a:bodyPr/>
          <a:lstStyle/>
          <a:p/>
        </p:txBody>
      </p:sp>
      <p:sp>
        <p:nvSpPr>
          <p:cNvPr id="1150" name="卡标题"/>
          <p:cNvSpPr txBox="1"/>
          <p:nvPr/>
        </p:nvSpPr>
        <p:spPr>
          <a:xfrm>
            <a:off x="666750" y="2562225"/>
            <a:ext cx="3276600" cy="24765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45000"/>
              </a:lnSpc>
            </a:pPr>
            <a:r>
              <a:rPr lang="zh-CN" altLang="en-US" sz="1500" b="1" dirty="0">
                <a:solidFill>
                  <a:srgbClr val="1A1A1A"/>
                </a:solidFill>
                <a:latin typeface="Palatino Linotype"/>
                <a:ea typeface="Noto Sans SC"/>
                <a:cs typeface="Palatino Linotype"/>
              </a:rPr>
              <a:t>数据构建</a:t>
            </a:r>
          </a:p>
        </p:txBody>
      </p:sp>
      <p:sp>
        <p:nvSpPr>
          <p:cNvPr id="1151" name="卡正文"/>
          <p:cNvSpPr txBox="1"/>
          <p:nvPr/>
        </p:nvSpPr>
        <p:spPr>
          <a:xfrm>
            <a:off x="666750" y="2857500"/>
            <a:ext cx="3276600" cy="85725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50000"/>
              </a:lnSpc>
            </a:pPr>
            <a:r>
              <a:rPr lang="zh-CN" altLang="en-US" sz="1300" dirty="0">
                <a:solidFill>
                  <a:srgbClr val="1A1A1A"/>
                </a:solidFill>
                <a:latin typeface="Palatino Linotype"/>
                <a:ea typeface="Noto Sans SC"/>
                <a:cs typeface="Palatino Linotype"/>
              </a:rPr>
              <a:t>整合 6 年逐 15 分钟记录，完成清洗与对齐，形成可复现管线。</a:t>
            </a:r>
          </a:p>
        </p:txBody>
      </p:sp>
      <p:sp>
        <p:nvSpPr>
          <p:cNvPr id="1152" name="卡顶"/>
          <p:cNvSpPr/>
          <p:nvPr/>
        </p:nvSpPr>
        <p:spPr>
          <a:xfrm>
            <a:off x="4295775" y="2419350"/>
            <a:ext cx="3600450" cy="28575"/>
          </a:xfrm>
          <a:prstGeom prst="rect">
            <a:avLst/>
          </a:prstGeom>
          <a:solidFill>
            <a:srgbClr val="00807C"/>
          </a:solidFill>
          <a:ln>
            <a:noFill/>
          </a:ln>
        </p:spPr>
        <p:txBody>
          <a:bodyPr/>
          <a:lstStyle/>
          <a:p/>
        </p:txBody>
      </p:sp>
      <p:sp>
        <p:nvSpPr>
          <p:cNvPr id="1153" name="卡底"/>
          <p:cNvSpPr/>
          <p:nvPr/>
        </p:nvSpPr>
        <p:spPr>
          <a:xfrm>
            <a:off x="4295775" y="2447925"/>
            <a:ext cx="3600450" cy="1400175"/>
          </a:xfrm>
          <a:prstGeom prst="rect">
            <a:avLst/>
          </a:prstGeom>
          <a:solidFill>
            <a:srgbClr val="E3F1F0"/>
          </a:solidFill>
          <a:ln>
            <a:noFill/>
          </a:ln>
        </p:spPr>
        <p:txBody>
          <a:bodyPr/>
          <a:lstStyle/>
          <a:p/>
        </p:txBody>
      </p:sp>
      <p:sp>
        <p:nvSpPr>
          <p:cNvPr id="1154" name="卡标题"/>
          <p:cNvSpPr txBox="1"/>
          <p:nvPr/>
        </p:nvSpPr>
        <p:spPr>
          <a:xfrm>
            <a:off x="4457700" y="2562225"/>
            <a:ext cx="3276600" cy="24765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45000"/>
              </a:lnSpc>
            </a:pPr>
            <a:r>
              <a:rPr lang="zh-CN" altLang="en-US" sz="1500" b="1" dirty="0">
                <a:solidFill>
                  <a:srgbClr val="1A1A1A"/>
                </a:solidFill>
                <a:latin typeface="Palatino Linotype"/>
                <a:ea typeface="Noto Sans SC"/>
                <a:cs typeface="Palatino Linotype"/>
              </a:rPr>
              <a:t>基线复现</a:t>
            </a:r>
          </a:p>
        </p:txBody>
      </p:sp>
      <p:sp>
        <p:nvSpPr>
          <p:cNvPr id="1155" name="卡正文"/>
          <p:cNvSpPr txBox="1"/>
          <p:nvPr/>
        </p:nvSpPr>
        <p:spPr>
          <a:xfrm>
            <a:off x="4457700" y="2857500"/>
            <a:ext cx="3276600" cy="85725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50000"/>
              </a:lnSpc>
            </a:pPr>
            <a:r>
              <a:rPr lang="zh-CN" altLang="en-US" sz="1300" dirty="0">
                <a:solidFill>
                  <a:srgbClr val="1A1A1A"/>
                </a:solidFill>
                <a:latin typeface="Palatino Linotype"/>
                <a:ea typeface="Noto Sans SC"/>
                <a:cs typeface="Palatino Linotype"/>
              </a:rPr>
              <a:t>复现三类基线模型，统一评测协议，便于公平比较。</a:t>
            </a:r>
          </a:p>
        </p:txBody>
      </p:sp>
      <p:sp>
        <p:nvSpPr>
          <p:cNvPr id="1156" name="卡顶"/>
          <p:cNvSpPr/>
          <p:nvPr/>
        </p:nvSpPr>
        <p:spPr>
          <a:xfrm>
            <a:off x="8086725" y="2419350"/>
            <a:ext cx="3600450" cy="28575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txBody>
          <a:bodyPr/>
          <a:lstStyle/>
          <a:p/>
        </p:txBody>
      </p:sp>
      <p:sp>
        <p:nvSpPr>
          <p:cNvPr id="1157" name="卡底"/>
          <p:cNvSpPr/>
          <p:nvPr/>
        </p:nvSpPr>
        <p:spPr>
          <a:xfrm>
            <a:off x="8086725" y="2447925"/>
            <a:ext cx="3600450" cy="1400175"/>
          </a:xfrm>
          <a:prstGeom prst="rect">
            <a:avLst/>
          </a:prstGeom>
          <a:solidFill>
            <a:srgbClr val="EAF0E3"/>
          </a:solidFill>
          <a:ln>
            <a:noFill/>
          </a:ln>
        </p:spPr>
        <p:txBody>
          <a:bodyPr/>
          <a:lstStyle/>
          <a:p/>
        </p:txBody>
      </p:sp>
      <p:sp>
        <p:nvSpPr>
          <p:cNvPr id="1158" name="卡标题"/>
          <p:cNvSpPr txBox="1"/>
          <p:nvPr/>
        </p:nvSpPr>
        <p:spPr>
          <a:xfrm>
            <a:off x="8248650" y="2562225"/>
            <a:ext cx="3276600" cy="24765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45000"/>
              </a:lnSpc>
            </a:pPr>
            <a:r>
              <a:rPr lang="zh-CN" altLang="en-US" sz="1500" b="1" dirty="0">
                <a:solidFill>
                  <a:srgbClr val="1A1A1A"/>
                </a:solidFill>
                <a:latin typeface="Palatino Linotype"/>
                <a:ea typeface="Noto Sans SC"/>
                <a:cs typeface="Palatino Linotype"/>
              </a:rPr>
              <a:t>初步结果</a:t>
            </a:r>
          </a:p>
        </p:txBody>
      </p:sp>
      <p:sp>
        <p:nvSpPr>
          <p:cNvPr id="1159" name="卡正文"/>
          <p:cNvSpPr txBox="1"/>
          <p:nvPr/>
        </p:nvSpPr>
        <p:spPr>
          <a:xfrm>
            <a:off x="8248650" y="2857500"/>
            <a:ext cx="3276600" cy="85725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50000"/>
              </a:lnSpc>
            </a:pPr>
            <a:r>
              <a:rPr lang="zh-CN" altLang="en-US" sz="1300" dirty="0">
                <a:solidFill>
                  <a:srgbClr val="1A1A1A"/>
                </a:solidFill>
                <a:latin typeface="Palatino Linotype"/>
                <a:ea typeface="Noto Sans SC"/>
                <a:cs typeface="Palatino Linotype"/>
              </a:rPr>
              <a:t>测试集上 MAE 较最优基线下降 8.4%，区间覆盖率接近名义值。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不同方法的精度对比</a:t>
            </a:r>
          </a:p>
        </p:txBody>
      </p:sp>
      <p:sp>
        <p:nvSpPr>
          <p:cNvPr id="1160" name="章节眉标"/>
          <p:cNvSpPr txBox="1"/>
          <p:nvPr/>
        </p:nvSpPr>
        <p:spPr>
          <a:xfrm>
            <a:off x="504825" y="1371600"/>
            <a:ext cx="8572500" cy="20955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zh-CN" altLang="en-US" sz="1300" b="1" dirty="0">
                <a:solidFill>
                  <a:srgbClr val="4D7C2B"/>
                </a:solidFill>
                <a:latin typeface="Palatino Linotype"/>
                <a:ea typeface="Noto Sans SC"/>
                <a:cs typeface="Palatino Linotype"/>
              </a:rPr>
              <a:t>02 · 相关工作</a:t>
            </a:r>
          </a:p>
        </p:txBody>
      </p:sp>
      <p:sp>
        <p:nvSpPr>
          <p:cNvPr id="1161" name="章节内进度2-2"/>
          <p:cNvSpPr/>
          <p:nvPr/>
        </p:nvSpPr>
        <p:spPr>
          <a:xfrm>
            <a:off x="1028700" y="1004888"/>
            <a:ext cx="457200" cy="28575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txBody>
          <a:bodyPr/>
          <a:lstStyle/>
          <a:p/>
        </p:txBody>
      </p:sp>
      <p:sp>
        <p:nvSpPr>
          <p:cNvPr id="1162" name="注释"/>
          <p:cNvSpPr txBox="1"/>
          <p:nvPr/>
        </p:nvSpPr>
        <p:spPr>
          <a:xfrm>
            <a:off x="504825" y="2419350"/>
            <a:ext cx="11182350" cy="1905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30000"/>
              </a:lnSpc>
            </a:pPr>
            <a:r>
              <a:rPr lang="zh-CN" altLang="en-US" sz="1100" dirty="0">
                <a:solidFill>
                  <a:srgbClr val="6B6B6B"/>
                </a:solidFill>
                <a:latin typeface="Palatino Linotype"/>
                <a:ea typeface="Noto Sans SC"/>
                <a:cs typeface="Palatino Linotype"/>
              </a:rPr>
              <a:t>表 1　不同方法的误差对比（示例数据，替换为实测结果）</a:t>
            </a:r>
          </a:p>
        </p:txBody>
      </p:sp>
      <p:graphicFrame>
        <p:nvGraphicFramePr>
          <p:cNvPr id="1163" name="Table 1162"/>
          <p:cNvGraphicFramePr>
            <a:graphicFrameLocks noGrp="1"/>
          </p:cNvGraphicFramePr>
          <p:nvPr/>
        </p:nvGraphicFramePr>
        <p:xfrm>
          <a:off x="504825" y="2628900"/>
          <a:ext cx="11182350" cy="142875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3354705"/>
                <a:gridCol w="1789176"/>
                <a:gridCol w="1789176"/>
                <a:gridCol w="2012823"/>
                <a:gridCol w="2236470"/>
              </a:tblGrid>
              <a:tr h="285750">
                <a:tc>
                  <a:txBody>
                    <a:bodyPr wrap="square"/>
                    <a:lstStyle/>
                    <a:p>
                      <a:pPr algn="l"/>
                      <a:r>
                        <a:rPr sz="1150" b="1">
                          <a:solidFill>
                            <a:srgbClr val="FFFFFF"/>
                          </a:solidFill>
                          <a:latin typeface="Palatino Linotype"/>
                          <a:ea typeface="Noto Sans SC"/>
                        </a:rPr>
                        <a:t>方法</a:t>
                      </a:r>
                    </a:p>
                  </a:txBody>
                  <a:tcPr marL="76200" marR="76200" marT="28575" marB="28575" anchor="ctr">
                    <a:solidFill>
                      <a:srgbClr val="4D7C2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50" b="1">
                          <a:solidFill>
                            <a:srgbClr val="FFFFFF"/>
                          </a:solidFill>
                          <a:latin typeface="Palatino Linotype"/>
                          <a:ea typeface="Noto Sans SC"/>
                        </a:rPr>
                        <a:t>MAE</a:t>
                      </a:r>
                    </a:p>
                  </a:txBody>
                  <a:tcPr marL="76200" marR="76200" marT="28575" marB="28575" anchor="ctr">
                    <a:solidFill>
                      <a:srgbClr val="4D7C2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50" b="1">
                          <a:solidFill>
                            <a:srgbClr val="FFFFFF"/>
                          </a:solidFill>
                          <a:latin typeface="Palatino Linotype"/>
                          <a:ea typeface="Noto Sans SC"/>
                        </a:rPr>
                        <a:t>RMSE</a:t>
                      </a:r>
                    </a:p>
                  </a:txBody>
                  <a:tcPr marL="76200" marR="76200" marT="28575" marB="28575" anchor="ctr">
                    <a:solidFill>
                      <a:srgbClr val="4D7C2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50" b="1">
                          <a:solidFill>
                            <a:srgbClr val="FFFFFF"/>
                          </a:solidFill>
                          <a:latin typeface="Palatino Linotype"/>
                          <a:ea typeface="Noto Sans SC"/>
                        </a:rPr>
                        <a:t>MAPE / %</a:t>
                      </a:r>
                    </a:p>
                  </a:txBody>
                  <a:tcPr marL="76200" marR="76200" marT="28575" marB="28575" anchor="ctr">
                    <a:solidFill>
                      <a:srgbClr val="4D7C2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50" b="1">
                          <a:solidFill>
                            <a:srgbClr val="FFFFFF"/>
                          </a:solidFill>
                          <a:latin typeface="Palatino Linotype"/>
                          <a:ea typeface="Noto Sans SC"/>
                        </a:rPr>
                        <a:t>覆盖率 / %</a:t>
                      </a:r>
                    </a:p>
                  </a:txBody>
                  <a:tcPr marL="76200" marR="76200" marT="28575" marB="28575" anchor="ctr">
                    <a:solidFill>
                      <a:srgbClr val="4D7C2B"/>
                    </a:solidFill>
                  </a:tcPr>
                </a:tc>
              </a:tr>
              <a:tr h="285750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A1A"/>
                          </a:solidFill>
                          <a:latin typeface="Palatino Linotype"/>
                          <a:ea typeface="Noto Sans SC"/>
                        </a:rPr>
                        <a:t>基线 A</a:t>
                      </a:r>
                    </a:p>
                  </a:txBody>
                  <a:tcPr marL="76200" marR="76200" marT="28575" marB="28575" anchor="ctr">
                    <a:lnB w="9525" cap="flat" cmpd="sng" algn="ctr">
                      <a:solidFill>
                        <a:srgbClr val="E4E4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0">
                          <a:solidFill>
                            <a:srgbClr val="1A1A1A"/>
                          </a:solidFill>
                          <a:latin typeface="Palatino Linotype"/>
                          <a:ea typeface="Noto Sans SC"/>
                        </a:rPr>
                        <a:t>0.412</a:t>
                      </a:r>
                    </a:p>
                  </a:txBody>
                  <a:tcPr marL="76200" marR="76200" marT="28575" marB="28575" anchor="ctr">
                    <a:lnB w="9525" cap="flat" cmpd="sng" algn="ctr">
                      <a:solidFill>
                        <a:srgbClr val="E4E4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0">
                          <a:solidFill>
                            <a:srgbClr val="1A1A1A"/>
                          </a:solidFill>
                          <a:latin typeface="Palatino Linotype"/>
                          <a:ea typeface="Noto Sans SC"/>
                        </a:rPr>
                        <a:t>0.587</a:t>
                      </a:r>
                    </a:p>
                  </a:txBody>
                  <a:tcPr marL="76200" marR="76200" marT="28575" marB="28575" anchor="ctr">
                    <a:lnB w="9525" cap="flat" cmpd="sng" algn="ctr">
                      <a:solidFill>
                        <a:srgbClr val="E4E4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0">
                          <a:solidFill>
                            <a:srgbClr val="1A1A1A"/>
                          </a:solidFill>
                          <a:latin typeface="Palatino Linotype"/>
                          <a:ea typeface="Noto Sans SC"/>
                        </a:rPr>
                        <a:t>4.71</a:t>
                      </a:r>
                    </a:p>
                  </a:txBody>
                  <a:tcPr marL="76200" marR="76200" marT="28575" marB="28575" anchor="ctr">
                    <a:lnB w="9525" cap="flat" cmpd="sng" algn="ctr">
                      <a:solidFill>
                        <a:srgbClr val="E4E4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0">
                          <a:solidFill>
                            <a:srgbClr val="1A1A1A"/>
                          </a:solidFill>
                          <a:latin typeface="Palatino Linotype"/>
                          <a:ea typeface="Noto Sans SC"/>
                        </a:rPr>
                        <a:t>—</a:t>
                      </a:r>
                    </a:p>
                  </a:txBody>
                  <a:tcPr marL="76200" marR="76200" marT="28575" marB="28575" anchor="ctr">
                    <a:lnB w="9525" cap="flat" cmpd="sng" algn="ctr">
                      <a:solidFill>
                        <a:srgbClr val="E4E4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85750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A1A"/>
                          </a:solidFill>
                          <a:latin typeface="Palatino Linotype"/>
                          <a:ea typeface="Noto Sans SC"/>
                        </a:rPr>
                        <a:t>基线 B</a:t>
                      </a:r>
                    </a:p>
                  </a:txBody>
                  <a:tcPr marL="76200" marR="76200" marT="28575" marB="28575" anchor="ctr">
                    <a:lnB w="9525" cap="flat" cmpd="sng" algn="ctr">
                      <a:solidFill>
                        <a:srgbClr val="E4E4DE"/>
                      </a:solidFill>
                      <a:prstDash val="solid"/>
                    </a:lnB>
                    <a:solidFill>
                      <a:srgbClr val="F5F7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0">
                          <a:solidFill>
                            <a:srgbClr val="1A1A1A"/>
                          </a:solidFill>
                          <a:latin typeface="Palatino Linotype"/>
                          <a:ea typeface="Noto Sans SC"/>
                        </a:rPr>
                        <a:t>0.386</a:t>
                      </a:r>
                    </a:p>
                  </a:txBody>
                  <a:tcPr marL="76200" marR="76200" marT="28575" marB="28575" anchor="ctr">
                    <a:lnB w="9525" cap="flat" cmpd="sng" algn="ctr">
                      <a:solidFill>
                        <a:srgbClr val="E4E4DE"/>
                      </a:solidFill>
                      <a:prstDash val="solid"/>
                    </a:lnB>
                    <a:solidFill>
                      <a:srgbClr val="F5F7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0">
                          <a:solidFill>
                            <a:srgbClr val="1A1A1A"/>
                          </a:solidFill>
                          <a:latin typeface="Palatino Linotype"/>
                          <a:ea typeface="Noto Sans SC"/>
                        </a:rPr>
                        <a:t>0.551</a:t>
                      </a:r>
                    </a:p>
                  </a:txBody>
                  <a:tcPr marL="76200" marR="76200" marT="28575" marB="28575" anchor="ctr">
                    <a:lnB w="9525" cap="flat" cmpd="sng" algn="ctr">
                      <a:solidFill>
                        <a:srgbClr val="E4E4DE"/>
                      </a:solidFill>
                      <a:prstDash val="solid"/>
                    </a:lnB>
                    <a:solidFill>
                      <a:srgbClr val="F5F7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0">
                          <a:solidFill>
                            <a:srgbClr val="1A1A1A"/>
                          </a:solidFill>
                          <a:latin typeface="Palatino Linotype"/>
                          <a:ea typeface="Noto Sans SC"/>
                        </a:rPr>
                        <a:t>4.42</a:t>
                      </a:r>
                    </a:p>
                  </a:txBody>
                  <a:tcPr marL="76200" marR="76200" marT="28575" marB="28575" anchor="ctr">
                    <a:lnB w="9525" cap="flat" cmpd="sng" algn="ctr">
                      <a:solidFill>
                        <a:srgbClr val="E4E4DE"/>
                      </a:solidFill>
                      <a:prstDash val="solid"/>
                    </a:lnB>
                    <a:solidFill>
                      <a:srgbClr val="F5F7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0">
                          <a:solidFill>
                            <a:srgbClr val="1A1A1A"/>
                          </a:solidFill>
                          <a:latin typeface="Palatino Linotype"/>
                          <a:ea typeface="Noto Sans SC"/>
                        </a:rPr>
                        <a:t>—</a:t>
                      </a:r>
                    </a:p>
                  </a:txBody>
                  <a:tcPr marL="76200" marR="76200" marT="28575" marB="28575" anchor="ctr">
                    <a:lnB w="9525" cap="flat" cmpd="sng" algn="ctr">
                      <a:solidFill>
                        <a:srgbClr val="E4E4DE"/>
                      </a:solidFill>
                      <a:prstDash val="solid"/>
                    </a:lnB>
                    <a:solidFill>
                      <a:srgbClr val="F5F7F1"/>
                    </a:solidFill>
                  </a:tcPr>
                </a:tc>
              </a:tr>
              <a:tr h="285750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A1A"/>
                          </a:solidFill>
                          <a:latin typeface="Palatino Linotype"/>
                          <a:ea typeface="Noto Sans SC"/>
                        </a:rPr>
                        <a:t>基线 C</a:t>
                      </a:r>
                    </a:p>
                  </a:txBody>
                  <a:tcPr marL="76200" marR="76200" marT="28575" marB="28575" anchor="ctr">
                    <a:lnB w="9525" cap="flat" cmpd="sng" algn="ctr">
                      <a:solidFill>
                        <a:srgbClr val="E4E4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0">
                          <a:solidFill>
                            <a:srgbClr val="1A1A1A"/>
                          </a:solidFill>
                          <a:latin typeface="Palatino Linotype"/>
                          <a:ea typeface="Noto Sans SC"/>
                        </a:rPr>
                        <a:t>0.371</a:t>
                      </a:r>
                    </a:p>
                  </a:txBody>
                  <a:tcPr marL="76200" marR="76200" marT="28575" marB="28575" anchor="ctr">
                    <a:lnB w="9525" cap="flat" cmpd="sng" algn="ctr">
                      <a:solidFill>
                        <a:srgbClr val="E4E4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0">
                          <a:solidFill>
                            <a:srgbClr val="1A1A1A"/>
                          </a:solidFill>
                          <a:latin typeface="Palatino Linotype"/>
                          <a:ea typeface="Noto Sans SC"/>
                        </a:rPr>
                        <a:t>0.534</a:t>
                      </a:r>
                    </a:p>
                  </a:txBody>
                  <a:tcPr marL="76200" marR="76200" marT="28575" marB="28575" anchor="ctr">
                    <a:lnB w="9525" cap="flat" cmpd="sng" algn="ctr">
                      <a:solidFill>
                        <a:srgbClr val="E4E4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0">
                          <a:solidFill>
                            <a:srgbClr val="1A1A1A"/>
                          </a:solidFill>
                          <a:latin typeface="Palatino Linotype"/>
                          <a:ea typeface="Noto Sans SC"/>
                        </a:rPr>
                        <a:t>4.28</a:t>
                      </a:r>
                    </a:p>
                  </a:txBody>
                  <a:tcPr marL="76200" marR="76200" marT="28575" marB="28575" anchor="ctr">
                    <a:lnB w="9525" cap="flat" cmpd="sng" algn="ctr">
                      <a:solidFill>
                        <a:srgbClr val="E4E4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0">
                          <a:solidFill>
                            <a:srgbClr val="1A1A1A"/>
                          </a:solidFill>
                          <a:latin typeface="Palatino Linotype"/>
                          <a:ea typeface="Noto Sans SC"/>
                        </a:rPr>
                        <a:t>—</a:t>
                      </a:r>
                    </a:p>
                  </a:txBody>
                  <a:tcPr marL="76200" marR="76200" marT="28575" marB="28575" anchor="ctr">
                    <a:lnB w="9525" cap="flat" cmpd="sng" algn="ctr">
                      <a:solidFill>
                        <a:srgbClr val="E4E4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85750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3E6623"/>
                          </a:solidFill>
                          <a:latin typeface="Palatino Linotype"/>
                          <a:ea typeface="Noto Sans SC"/>
                        </a:rPr>
                        <a:t>本文方法</a:t>
                      </a:r>
                    </a:p>
                  </a:txBody>
                  <a:tcPr marL="76200" marR="76200" marT="28575" marB="28575" anchor="ctr">
                    <a:lnB w="9525" cap="flat" cmpd="sng" algn="ctr">
                      <a:solidFill>
                        <a:srgbClr val="E4E4DE"/>
                      </a:solidFill>
                      <a:prstDash val="solid"/>
                    </a:lnB>
                    <a:solidFill>
                      <a:srgbClr val="F5F7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1">
                          <a:solidFill>
                            <a:srgbClr val="3E6623"/>
                          </a:solidFill>
                          <a:latin typeface="Palatino Linotype"/>
                          <a:ea typeface="Noto Sans SC"/>
                        </a:rPr>
                        <a:t>0.340</a:t>
                      </a:r>
                    </a:p>
                  </a:txBody>
                  <a:tcPr marL="76200" marR="76200" marT="28575" marB="28575" anchor="ctr">
                    <a:lnB w="9525" cap="flat" cmpd="sng" algn="ctr">
                      <a:solidFill>
                        <a:srgbClr val="E4E4DE"/>
                      </a:solidFill>
                      <a:prstDash val="solid"/>
                    </a:lnB>
                    <a:solidFill>
                      <a:srgbClr val="F5F7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1">
                          <a:solidFill>
                            <a:srgbClr val="3E6623"/>
                          </a:solidFill>
                          <a:latin typeface="Palatino Linotype"/>
                          <a:ea typeface="Noto Sans SC"/>
                        </a:rPr>
                        <a:t>0.497</a:t>
                      </a:r>
                    </a:p>
                  </a:txBody>
                  <a:tcPr marL="76200" marR="76200" marT="28575" marB="28575" anchor="ctr">
                    <a:lnB w="9525" cap="flat" cmpd="sng" algn="ctr">
                      <a:solidFill>
                        <a:srgbClr val="E4E4DE"/>
                      </a:solidFill>
                      <a:prstDash val="solid"/>
                    </a:lnB>
                    <a:solidFill>
                      <a:srgbClr val="F5F7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1">
                          <a:solidFill>
                            <a:srgbClr val="3E6623"/>
                          </a:solidFill>
                          <a:latin typeface="Palatino Linotype"/>
                          <a:ea typeface="Noto Sans SC"/>
                        </a:rPr>
                        <a:t>3.95</a:t>
                      </a:r>
                    </a:p>
                  </a:txBody>
                  <a:tcPr marL="76200" marR="76200" marT="28575" marB="28575" anchor="ctr">
                    <a:lnB w="9525" cap="flat" cmpd="sng" algn="ctr">
                      <a:solidFill>
                        <a:srgbClr val="E4E4DE"/>
                      </a:solidFill>
                      <a:prstDash val="solid"/>
                    </a:lnB>
                    <a:solidFill>
                      <a:srgbClr val="F5F7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1">
                          <a:solidFill>
                            <a:srgbClr val="3E6623"/>
                          </a:solidFill>
                          <a:latin typeface="Palatino Linotype"/>
                          <a:ea typeface="Noto Sans SC"/>
                        </a:rPr>
                        <a:t>94.2</a:t>
                      </a:r>
                    </a:p>
                  </a:txBody>
                  <a:tcPr marL="76200" marR="76200" marT="28575" marB="28575" anchor="ctr">
                    <a:lnB w="9525" cap="flat" cmpd="sng" algn="ctr">
                      <a:solidFill>
                        <a:srgbClr val="E4E4DE"/>
                      </a:solidFill>
                      <a:prstDash val="solid"/>
                    </a:lnB>
                    <a:solidFill>
                      <a:srgbClr val="F5F7F1"/>
                    </a:solidFill>
                  </a:tcPr>
                </a:tc>
              </a:tr>
            </a:tbl>
          </a:graphicData>
        </a:graphic>
      </p:graphicFrame>
      <p:sp>
        <p:nvSpPr>
          <p:cNvPr id="1163" name="注释"/>
          <p:cNvSpPr txBox="1"/>
          <p:nvPr/>
        </p:nvSpPr>
        <p:spPr>
          <a:xfrm>
            <a:off x="504825" y="4133850"/>
            <a:ext cx="11182350" cy="32385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30000"/>
              </a:lnSpc>
            </a:pPr>
            <a:r>
              <a:rPr lang="zh-CN" altLang="en-US" sz="1050" dirty="0">
                <a:solidFill>
                  <a:srgbClr val="6B6B6B"/>
                </a:solidFill>
                <a:latin typeface="Palatino Linotype"/>
                <a:ea typeface="Noto Sans SC"/>
                <a:cs typeface="Palatino Linotype"/>
              </a:rPr>
              <a:t>注：区间预测仅本文方法提供，故基线对应列以「—」表示。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164" name="章节数字"/>
          <p:cNvSpPr txBox="1"/>
          <p:nvPr/>
        </p:nvSpPr>
        <p:spPr>
          <a:xfrm>
            <a:off x="1000125" y="2428875"/>
            <a:ext cx="2019300" cy="20193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zh-CN" altLang="en-US" sz="7200" b="1" dirty="0">
                <a:solidFill>
                  <a:srgbClr val="FFFFFF"/>
                </a:solidFill>
                <a:latin typeface="Palatino Linotype"/>
                <a:ea typeface="Noto Sans SC"/>
                <a:cs typeface="Palatino Linotype"/>
              </a:rPr>
              <a:t>03</a:t>
            </a:r>
          </a:p>
        </p:txBody>
      </p:sp>
      <p:sp>
        <p:nvSpPr>
          <p:cNvPr id="1165" name="章节标题"/>
          <p:cNvSpPr txBox="1"/>
          <p:nvPr/>
        </p:nvSpPr>
        <p:spPr>
          <a:xfrm>
            <a:off x="3600450" y="2552700"/>
            <a:ext cx="7620000" cy="55245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zh-CN" altLang="en-US" sz="3600" b="1" dirty="0">
                <a:solidFill>
                  <a:srgbClr val="1A1A1A"/>
                </a:solidFill>
                <a:latin typeface="Palatino Linotype"/>
                <a:ea typeface="Noto Sans SC"/>
                <a:cs typeface="Palatino Linotype"/>
              </a:rPr>
              <a:t>方法设计</a:t>
            </a:r>
          </a:p>
        </p:txBody>
      </p:sp>
      <p:sp>
        <p:nvSpPr>
          <p:cNvPr id="1166" name="章节英文"/>
          <p:cNvSpPr txBox="1"/>
          <p:nvPr/>
        </p:nvSpPr>
        <p:spPr>
          <a:xfrm>
            <a:off x="3600450" y="3143250"/>
            <a:ext cx="8001000" cy="24765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zh-CN" altLang="en-US" sz="1500" dirty="0">
                <a:solidFill>
                  <a:srgbClr val="6B6B6B"/>
                </a:solidFill>
                <a:latin typeface="Palatino Linotype"/>
                <a:ea typeface="Noto Sans SC"/>
                <a:cs typeface="Palatino Linotype"/>
              </a:rPr>
              <a:t>METHODOLOGY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目标函数与约束</a:t>
            </a:r>
          </a:p>
        </p:txBody>
      </p:sp>
      <p:sp>
        <p:nvSpPr>
          <p:cNvPr id="1167" name="章节眉标"/>
          <p:cNvSpPr txBox="1"/>
          <p:nvPr/>
        </p:nvSpPr>
        <p:spPr>
          <a:xfrm>
            <a:off x="504825" y="1371600"/>
            <a:ext cx="8572500" cy="20955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zh-CN" altLang="en-US" sz="1300" b="1" dirty="0">
                <a:solidFill>
                  <a:srgbClr val="4D7C2B"/>
                </a:solidFill>
                <a:latin typeface="Palatino Linotype"/>
                <a:ea typeface="Noto Sans SC"/>
                <a:cs typeface="Palatino Linotype"/>
              </a:rPr>
              <a:t>03 · 方法设计</a:t>
            </a:r>
          </a:p>
        </p:txBody>
      </p:sp>
      <p:sp>
        <p:nvSpPr>
          <p:cNvPr id="1168" name="章节内进度1-3"/>
          <p:cNvSpPr/>
          <p:nvPr/>
        </p:nvSpPr>
        <p:spPr>
          <a:xfrm>
            <a:off x="1552575" y="1004888"/>
            <a:ext cx="152400" cy="28575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txBody>
          <a:bodyPr/>
          <a:lstStyle/>
          <a:p/>
        </p:txBody>
      </p:sp>
      <p:sp>
        <p:nvSpPr>
          <p:cNvPr id="1169" name="引语"/>
          <p:cNvSpPr txBox="1"/>
          <p:nvPr/>
        </p:nvSpPr>
        <p:spPr>
          <a:xfrm>
            <a:off x="504825" y="2419350"/>
            <a:ext cx="11182350" cy="24765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45000"/>
              </a:lnSpc>
            </a:pPr>
            <a:r>
              <a:rPr lang="zh-CN" altLang="en-US" sz="1600" dirty="0">
                <a:solidFill>
                  <a:srgbClr val="1A1A1A"/>
                </a:solidFill>
                <a:latin typeface="Palatino Linotype"/>
                <a:ea typeface="Noto Sans SC"/>
                <a:cs typeface="Palatino Linotype"/>
              </a:rPr>
              <a:t>模型对每个分位同时优化，从而直接输出预测区间：</a:t>
            </a:r>
          </a:p>
        </p:txBody>
      </p:sp>
      <p:sp>
        <p:nvSpPr>
          <p:cNvPr id="1170" name="公式块底"/>
          <p:cNvSpPr/>
          <p:nvPr/>
        </p:nvSpPr>
        <p:spPr>
          <a:xfrm>
            <a:off x="504825" y="2800350"/>
            <a:ext cx="11182350" cy="1443990"/>
          </a:xfrm>
          <a:prstGeom prst="rect">
            <a:avLst/>
          </a:prstGeom>
          <a:solidFill>
            <a:srgbClr val="F5F7F1"/>
          </a:solidFill>
          <a:ln>
            <a:noFill/>
          </a:ln>
        </p:spPr>
        <p:txBody>
          <a:bodyPr/>
          <a:lstStyle/>
          <a:p/>
        </p:txBody>
      </p:sp>
      <p:sp>
        <p:nvSpPr>
          <p:cNvPr id="1171" name="公式块左条"/>
          <p:cNvSpPr/>
          <p:nvPr/>
        </p:nvSpPr>
        <p:spPr>
          <a:xfrm>
            <a:off x="504825" y="2800350"/>
            <a:ext cx="28575" cy="1443990"/>
          </a:xfrm>
          <a:prstGeom prst="rect">
            <a:avLst/>
          </a:prstGeom>
          <a:solidFill>
            <a:srgbClr val="4D7C2B"/>
          </a:solidFill>
          <a:ln>
            <a:noFill/>
          </a:ln>
        </p:spPr>
        <p:txBody>
          <a:bodyPr/>
          <a:lstStyle/>
          <a:p/>
        </p:txBody>
      </p:sp>
      <p:pic>
        <p:nvPicPr>
          <p:cNvPr id="1172" name="demo_objectiv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98620" y="3048000"/>
            <a:ext cx="3794760" cy="621030"/>
          </a:xfrm>
          <a:prstGeom prst="rect">
            <a:avLst/>
          </a:prstGeom>
        </p:spPr>
      </p:pic>
      <p:pic>
        <p:nvPicPr>
          <p:cNvPr id="1173" name="demo_constraint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22320" y="3764280"/>
            <a:ext cx="5547360" cy="232410"/>
          </a:xfrm>
          <a:prstGeom prst="rect">
            <a:avLst/>
          </a:prstGeom>
        </p:spPr>
      </p:pic>
      <p:sp>
        <p:nvSpPr>
          <p:cNvPr id="1174" name="公式编号"/>
          <p:cNvSpPr txBox="1"/>
          <p:nvPr/>
        </p:nvSpPr>
        <p:spPr>
          <a:xfrm>
            <a:off x="10944225" y="3086100"/>
            <a:ext cx="590550" cy="20955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r">
              <a:lnSpc>
                <a:spcPct val="145000"/>
              </a:lnSpc>
            </a:pPr>
            <a:r>
              <a:rPr lang="zh-CN" altLang="en-US" sz="1300" dirty="0">
                <a:solidFill>
                  <a:srgbClr val="6B6B6B"/>
                </a:solidFill>
                <a:latin typeface="Palatino Linotype"/>
                <a:ea typeface="Noto Sans SC"/>
                <a:cs typeface="Palatino Linotype"/>
              </a:rPr>
              <a:t>(1)</a:t>
            </a:r>
          </a:p>
        </p:txBody>
      </p:sp>
      <p:sp>
        <p:nvSpPr>
          <p:cNvPr id="1175" name="公式编号"/>
          <p:cNvSpPr txBox="1"/>
          <p:nvPr/>
        </p:nvSpPr>
        <p:spPr>
          <a:xfrm>
            <a:off x="10944225" y="3714750"/>
            <a:ext cx="590550" cy="20955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r">
              <a:lnSpc>
                <a:spcPct val="145000"/>
              </a:lnSpc>
            </a:pPr>
            <a:r>
              <a:rPr lang="zh-CN" altLang="en-US" sz="1300" dirty="0">
                <a:solidFill>
                  <a:srgbClr val="6B6B6B"/>
                </a:solidFill>
                <a:latin typeface="Palatino Linotype"/>
                <a:ea typeface="Noto Sans SC"/>
                <a:cs typeface="Palatino Linotype"/>
              </a:rPr>
              <a:t>(2)</a:t>
            </a:r>
          </a:p>
        </p:txBody>
      </p:sp>
      <p:sp>
        <p:nvSpPr>
          <p:cNvPr id="1176" name="注释"/>
          <p:cNvSpPr txBox="1"/>
          <p:nvPr/>
        </p:nvSpPr>
        <p:spPr>
          <a:xfrm>
            <a:off x="504825" y="4339590"/>
            <a:ext cx="11182350" cy="1905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30000"/>
              </a:lnSpc>
            </a:pPr>
            <a:r>
              <a:rPr lang="zh-CN" altLang="en-US" sz="1100" dirty="0">
                <a:solidFill>
                  <a:srgbClr val="6B6B6B"/>
                </a:solidFill>
                <a:latin typeface="Palatino Linotype"/>
                <a:ea typeface="Noto Sans SC"/>
                <a:cs typeface="Palatino Linotype"/>
              </a:rPr>
              <a:t>注：块内两条公式由 eqblock 用同一个倍率放置 —— 见 SKILL §5.3.1。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完整模型（公式墙）</a:t>
            </a:r>
          </a:p>
        </p:txBody>
      </p:sp>
      <p:sp>
        <p:nvSpPr>
          <p:cNvPr id="1177" name="章节眉标"/>
          <p:cNvSpPr txBox="1"/>
          <p:nvPr/>
        </p:nvSpPr>
        <p:spPr>
          <a:xfrm>
            <a:off x="504825" y="1371600"/>
            <a:ext cx="8572500" cy="20955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zh-CN" altLang="en-US" sz="1300" b="1" dirty="0">
                <a:solidFill>
                  <a:srgbClr val="4D7C2B"/>
                </a:solidFill>
                <a:latin typeface="Palatino Linotype"/>
                <a:ea typeface="Noto Sans SC"/>
                <a:cs typeface="Palatino Linotype"/>
              </a:rPr>
              <a:t>03 · 方法设计</a:t>
            </a:r>
          </a:p>
        </p:txBody>
      </p:sp>
      <p:sp>
        <p:nvSpPr>
          <p:cNvPr id="1178" name="章节内进度2-3"/>
          <p:cNvSpPr/>
          <p:nvPr/>
        </p:nvSpPr>
        <p:spPr>
          <a:xfrm>
            <a:off x="1552575" y="1004888"/>
            <a:ext cx="304800" cy="28575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txBody>
          <a:bodyPr/>
          <a:lstStyle/>
          <a:p/>
        </p:txBody>
      </p:sp>
      <p:pic>
        <p:nvPicPr>
          <p:cNvPr id="1179" name="demo_objectiv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4825" y="3539490"/>
            <a:ext cx="3794760" cy="621030"/>
          </a:xfrm>
          <a:prstGeom prst="rect">
            <a:avLst/>
          </a:prstGeom>
        </p:spPr>
      </p:pic>
      <p:pic>
        <p:nvPicPr>
          <p:cNvPr id="1180" name="demo_update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4825" y="4255770"/>
            <a:ext cx="2446020" cy="281940"/>
          </a:xfrm>
          <a:prstGeom prst="rect">
            <a:avLst/>
          </a:prstGeom>
        </p:spPr>
      </p:pic>
      <p:pic>
        <p:nvPicPr>
          <p:cNvPr id="1181" name="demo_gap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10300" y="3491865"/>
            <a:ext cx="2541270" cy="594360"/>
          </a:xfrm>
          <a:prstGeom prst="rect">
            <a:avLst/>
          </a:prstGeom>
        </p:spPr>
      </p:pic>
      <p:pic>
        <p:nvPicPr>
          <p:cNvPr id="1182" name="demo_subproblem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10300" y="4181475"/>
            <a:ext cx="2907030" cy="403860"/>
          </a:xfrm>
          <a:prstGeom prst="rect">
            <a:avLst/>
          </a:prstGeom>
        </p:spPr>
      </p:pic>
      <p:sp>
        <p:nvSpPr>
          <p:cNvPr id="1183" name="注释"/>
          <p:cNvSpPr txBox="1"/>
          <p:nvPr/>
        </p:nvSpPr>
        <p:spPr>
          <a:xfrm>
            <a:off x="504825" y="5772150"/>
            <a:ext cx="11182350" cy="1905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30000"/>
              </a:lnSpc>
            </a:pPr>
            <a:r>
              <a:rPr lang="zh-CN" altLang="en-US" sz="1100" dirty="0">
                <a:solidFill>
                  <a:srgbClr val="6B6B6B"/>
                </a:solidFill>
                <a:latin typeface="Palatino Linotype"/>
                <a:ea typeface="Noto Sans SC"/>
                <a:cs typeface="Palatino Linotype"/>
              </a:rPr>
              <a:t>注：eqgrid 先算出一个统一倍率再排所有列。某页放不下时应整页统一缩小或拆页，绝不能只缩其中一张。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求解流程</a:t>
            </a:r>
          </a:p>
        </p:txBody>
      </p:sp>
      <p:sp>
        <p:nvSpPr>
          <p:cNvPr id="1184" name="章节眉标"/>
          <p:cNvSpPr txBox="1"/>
          <p:nvPr/>
        </p:nvSpPr>
        <p:spPr>
          <a:xfrm>
            <a:off x="504825" y="1371600"/>
            <a:ext cx="8572500" cy="20955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zh-CN" altLang="en-US" sz="1300" b="1" dirty="0">
                <a:solidFill>
                  <a:srgbClr val="4D7C2B"/>
                </a:solidFill>
                <a:latin typeface="Palatino Linotype"/>
                <a:ea typeface="Noto Sans SC"/>
                <a:cs typeface="Palatino Linotype"/>
              </a:rPr>
              <a:t>03 · 方法设计</a:t>
            </a:r>
          </a:p>
        </p:txBody>
      </p:sp>
      <p:sp>
        <p:nvSpPr>
          <p:cNvPr id="1185" name="章节内进度3-3"/>
          <p:cNvSpPr/>
          <p:nvPr/>
        </p:nvSpPr>
        <p:spPr>
          <a:xfrm>
            <a:off x="1552575" y="1004888"/>
            <a:ext cx="457200" cy="28575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txBody>
          <a:bodyPr/>
          <a:lstStyle/>
          <a:p/>
        </p:txBody>
      </p:sp>
      <p:pic>
        <p:nvPicPr>
          <p:cNvPr id="1186" name="demo_pseudo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4825" y="2419350"/>
            <a:ext cx="7024322" cy="3448050"/>
          </a:xfrm>
          <a:prstGeom prst="rect">
            <a:avLst/>
          </a:prstGeom>
        </p:spPr>
      </p:pic>
      <p:sp>
        <p:nvSpPr>
          <p:cNvPr id="1187" name="注释"/>
          <p:cNvSpPr txBox="1"/>
          <p:nvPr/>
        </p:nvSpPr>
        <p:spPr>
          <a:xfrm>
            <a:off x="504825" y="5962650"/>
            <a:ext cx="11182350" cy="1905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30000"/>
              </a:lnSpc>
            </a:pPr>
            <a:r>
              <a:rPr lang="zh-CN" altLang="en-US" sz="1100" dirty="0">
                <a:solidFill>
                  <a:srgbClr val="6B6B6B"/>
                </a:solidFill>
                <a:latin typeface="Palatino Linotype"/>
                <a:ea typeface="Noto Sans SC"/>
                <a:cs typeface="Palatino Linotype"/>
              </a:rPr>
              <a:t>注：算法由 make_formulas.py 用 algorithm2e（ruled 三线式）渲染，标题与编号自动生成；过长时切两段并排。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188" name="章节数字"/>
          <p:cNvSpPr txBox="1"/>
          <p:nvPr/>
        </p:nvSpPr>
        <p:spPr>
          <a:xfrm>
            <a:off x="1000125" y="2428875"/>
            <a:ext cx="2019300" cy="20193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zh-CN" altLang="en-US" sz="7200" b="1" dirty="0">
                <a:solidFill>
                  <a:srgbClr val="FFFFFF"/>
                </a:solidFill>
                <a:latin typeface="Palatino Linotype"/>
                <a:ea typeface="Noto Sans SC"/>
                <a:cs typeface="Palatino Linotype"/>
              </a:rPr>
              <a:t>04</a:t>
            </a:r>
          </a:p>
        </p:txBody>
      </p:sp>
      <p:sp>
        <p:nvSpPr>
          <p:cNvPr id="1189" name="章节标题"/>
          <p:cNvSpPr txBox="1"/>
          <p:nvPr/>
        </p:nvSpPr>
        <p:spPr>
          <a:xfrm>
            <a:off x="3600450" y="2552700"/>
            <a:ext cx="7620000" cy="55245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zh-CN" altLang="en-US" sz="3600" b="1" dirty="0">
                <a:solidFill>
                  <a:srgbClr val="1A1A1A"/>
                </a:solidFill>
                <a:latin typeface="Palatino Linotype"/>
                <a:ea typeface="Noto Sans SC"/>
                <a:cs typeface="Palatino Linotype"/>
              </a:rPr>
              <a:t>实验与分析</a:t>
            </a:r>
          </a:p>
        </p:txBody>
      </p:sp>
      <p:sp>
        <p:nvSpPr>
          <p:cNvPr id="1190" name="章节英文"/>
          <p:cNvSpPr txBox="1"/>
          <p:nvPr/>
        </p:nvSpPr>
        <p:spPr>
          <a:xfrm>
            <a:off x="3600450" y="3143250"/>
            <a:ext cx="8001000" cy="24765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zh-CN" altLang="en-US" sz="1500" dirty="0">
                <a:solidFill>
                  <a:srgbClr val="6B6B6B"/>
                </a:solidFill>
                <a:latin typeface="Palatino Linotype"/>
                <a:ea typeface="Noto Sans SC"/>
                <a:cs typeface="Palatino Linotype"/>
              </a:rPr>
              <a:t>EXPERIMENTS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精度提升与消融</a:t>
            </a:r>
          </a:p>
        </p:txBody>
      </p:sp>
      <p:sp>
        <p:nvSpPr>
          <p:cNvPr id="1191" name="章节眉标"/>
          <p:cNvSpPr txBox="1"/>
          <p:nvPr/>
        </p:nvSpPr>
        <p:spPr>
          <a:xfrm>
            <a:off x="504825" y="1371600"/>
            <a:ext cx="8572500" cy="20955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zh-CN" altLang="en-US" sz="1300" b="1" dirty="0">
                <a:solidFill>
                  <a:srgbClr val="4D7C2B"/>
                </a:solidFill>
                <a:latin typeface="Palatino Linotype"/>
                <a:ea typeface="Noto Sans SC"/>
                <a:cs typeface="Palatino Linotype"/>
              </a:rPr>
              <a:t>04 · 实验与分析</a:t>
            </a:r>
          </a:p>
        </p:txBody>
      </p:sp>
      <p:sp>
        <p:nvSpPr>
          <p:cNvPr id="1192" name="章节内进度1-2"/>
          <p:cNvSpPr/>
          <p:nvPr/>
        </p:nvSpPr>
        <p:spPr>
          <a:xfrm>
            <a:off x="2076450" y="1004888"/>
            <a:ext cx="228600" cy="28575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txBody>
          <a:bodyPr/>
          <a:lstStyle/>
          <a:p/>
        </p:txBody>
      </p:sp>
      <p:sp>
        <p:nvSpPr>
          <p:cNvPr id="1193" name="数字"/>
          <p:cNvSpPr txBox="1"/>
          <p:nvPr/>
        </p:nvSpPr>
        <p:spPr>
          <a:xfrm>
            <a:off x="504825" y="2266950"/>
            <a:ext cx="3536950" cy="66675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5000"/>
              </a:lnSpc>
            </a:pPr>
            <a:r>
              <a:rPr lang="zh-CN" altLang="en-US" sz="4800" b="1" dirty="0">
                <a:solidFill>
                  <a:srgbClr val="4D7C2B"/>
                </a:solidFill>
                <a:latin typeface="Palatino Linotype"/>
                <a:ea typeface="Noto Sans SC"/>
                <a:cs typeface="Palatino Linotype"/>
              </a:rPr>
              <a:t>−8.4%</a:t>
            </a:r>
          </a:p>
        </p:txBody>
      </p:sp>
      <p:sp>
        <p:nvSpPr>
          <p:cNvPr id="1194" name="注释"/>
          <p:cNvSpPr txBox="1"/>
          <p:nvPr/>
        </p:nvSpPr>
        <p:spPr>
          <a:xfrm>
            <a:off x="504825" y="2971800"/>
            <a:ext cx="3536950" cy="32385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30000"/>
              </a:lnSpc>
            </a:pPr>
            <a:r>
              <a:rPr lang="zh-CN" altLang="en-US" sz="1300" dirty="0">
                <a:solidFill>
                  <a:srgbClr val="6B6B6B"/>
                </a:solidFill>
                <a:latin typeface="Palatino Linotype"/>
                <a:ea typeface="Noto Sans SC"/>
                <a:cs typeface="Palatino Linotype"/>
              </a:rPr>
              <a:t>MAE 相对最优基线下降</a:t>
            </a:r>
          </a:p>
        </p:txBody>
      </p:sp>
      <p:sp>
        <p:nvSpPr>
          <p:cNvPr id="1195" name="数字"/>
          <p:cNvSpPr txBox="1"/>
          <p:nvPr/>
        </p:nvSpPr>
        <p:spPr>
          <a:xfrm>
            <a:off x="4232275" y="2266950"/>
            <a:ext cx="3536950" cy="66675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5000"/>
              </a:lnSpc>
            </a:pPr>
            <a:r>
              <a:rPr lang="zh-CN" altLang="en-US" sz="4800" b="1" dirty="0">
                <a:solidFill>
                  <a:srgbClr val="00807C"/>
                </a:solidFill>
                <a:latin typeface="Palatino Linotype"/>
                <a:ea typeface="Noto Sans SC"/>
                <a:cs typeface="Palatino Linotype"/>
              </a:rPr>
              <a:t>94.2%</a:t>
            </a:r>
          </a:p>
        </p:txBody>
      </p:sp>
      <p:sp>
        <p:nvSpPr>
          <p:cNvPr id="1196" name="注释"/>
          <p:cNvSpPr txBox="1"/>
          <p:nvPr/>
        </p:nvSpPr>
        <p:spPr>
          <a:xfrm>
            <a:off x="4232275" y="2971800"/>
            <a:ext cx="3536950" cy="32385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30000"/>
              </a:lnSpc>
            </a:pPr>
            <a:r>
              <a:rPr lang="zh-CN" altLang="en-US" sz="1300" dirty="0">
                <a:solidFill>
                  <a:srgbClr val="6B6B6B"/>
                </a:solidFill>
                <a:latin typeface="Palatino Linotype"/>
                <a:ea typeface="Noto Sans SC"/>
                <a:cs typeface="Palatino Linotype"/>
              </a:rPr>
              <a:t>95% 名义区间覆盖率</a:t>
            </a:r>
          </a:p>
        </p:txBody>
      </p:sp>
      <p:sp>
        <p:nvSpPr>
          <p:cNvPr id="1197" name="数字"/>
          <p:cNvSpPr txBox="1"/>
          <p:nvPr/>
        </p:nvSpPr>
        <p:spPr>
          <a:xfrm>
            <a:off x="7959725" y="2266950"/>
            <a:ext cx="3536950" cy="66675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5000"/>
              </a:lnSpc>
            </a:pPr>
            <a:r>
              <a:rPr lang="zh-CN" altLang="en-US" sz="4800" b="1" dirty="0">
                <a:solidFill>
                  <a:srgbClr val="4D7C2B"/>
                </a:solidFill>
                <a:latin typeface="Palatino Linotype"/>
                <a:ea typeface="Noto Sans SC"/>
                <a:cs typeface="Palatino Linotype"/>
              </a:rPr>
              <a:t>6 yr</a:t>
            </a:r>
          </a:p>
        </p:txBody>
      </p:sp>
      <p:sp>
        <p:nvSpPr>
          <p:cNvPr id="1198" name="注释"/>
          <p:cNvSpPr txBox="1"/>
          <p:nvPr/>
        </p:nvSpPr>
        <p:spPr>
          <a:xfrm>
            <a:off x="7959725" y="2971800"/>
            <a:ext cx="3536950" cy="32385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30000"/>
              </a:lnSpc>
            </a:pPr>
            <a:r>
              <a:rPr lang="zh-CN" altLang="en-US" sz="1300" dirty="0">
                <a:solidFill>
                  <a:srgbClr val="6B6B6B"/>
                </a:solidFill>
                <a:latin typeface="Palatino Linotype"/>
                <a:ea typeface="Noto Sans SC"/>
                <a:cs typeface="Palatino Linotype"/>
              </a:rPr>
              <a:t>训练数据时间跨度</a:t>
            </a:r>
          </a:p>
        </p:txBody>
      </p:sp>
      <p:pic>
        <p:nvPicPr>
          <p:cNvPr id="1199" name="resilienc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71501" y="3371850"/>
            <a:ext cx="4848997" cy="2590800"/>
          </a:xfrm>
          <a:prstGeom prst="rect">
            <a:avLst/>
          </a:prstGeom>
        </p:spPr>
      </p:pic>
      <p:sp>
        <p:nvSpPr>
          <p:cNvPr id="1200" name="图注"/>
          <p:cNvSpPr txBox="1"/>
          <p:nvPr/>
        </p:nvSpPr>
        <p:spPr>
          <a:xfrm>
            <a:off x="504825" y="6019800"/>
            <a:ext cx="11182350" cy="17145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ctr">
              <a:lnSpc>
                <a:spcPct val="120000"/>
              </a:lnSpc>
            </a:pPr>
            <a:r>
              <a:rPr lang="zh-CN" altLang="en-US" sz="1100" b="1" dirty="0">
                <a:solidFill>
                  <a:srgbClr val="4D7C2B"/>
                </a:solidFill>
                <a:latin typeface="Palatino Linotype"/>
                <a:ea typeface="Noto Sans SC"/>
                <a:cs typeface="Palatino Linotype"/>
              </a:rPr>
              <a:t>图 2　</a:t>
            </a:r>
            <a:r>
              <a:rPr lang="zh-CN" altLang="en-US" sz="1100" dirty="0">
                <a:solidFill>
                  <a:srgbClr val="6B6B6B"/>
                </a:solidFill>
                <a:latin typeface="Palatino Linotype"/>
                <a:ea typeface="Noto Sans SC"/>
                <a:cs typeface="Palatino Linotype"/>
              </a:rPr>
              <a:t>指标随参数变化（宽构图示例插图）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阶段性总结</a:t>
            </a:r>
          </a:p>
        </p:txBody>
      </p:sp>
      <p:sp>
        <p:nvSpPr>
          <p:cNvPr id="1201" name="章节眉标"/>
          <p:cNvSpPr txBox="1"/>
          <p:nvPr/>
        </p:nvSpPr>
        <p:spPr>
          <a:xfrm>
            <a:off x="504825" y="1371600"/>
            <a:ext cx="8572500" cy="20955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zh-CN" altLang="en-US" sz="1300" b="1" dirty="0">
                <a:solidFill>
                  <a:srgbClr val="4D7C2B"/>
                </a:solidFill>
                <a:latin typeface="Palatino Linotype"/>
                <a:ea typeface="Noto Sans SC"/>
                <a:cs typeface="Palatino Linotype"/>
              </a:rPr>
              <a:t>04 · 实验与分析</a:t>
            </a:r>
          </a:p>
        </p:txBody>
      </p:sp>
      <p:sp>
        <p:nvSpPr>
          <p:cNvPr id="1202" name="章节内进度2-2"/>
          <p:cNvSpPr/>
          <p:nvPr/>
        </p:nvSpPr>
        <p:spPr>
          <a:xfrm>
            <a:off x="2076450" y="1004888"/>
            <a:ext cx="457200" cy="28575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txBody>
          <a:bodyPr/>
          <a:lstStyle/>
          <a:p/>
        </p:txBody>
      </p:sp>
      <p:sp>
        <p:nvSpPr>
          <p:cNvPr id="1203" name="卡顶"/>
          <p:cNvSpPr/>
          <p:nvPr/>
        </p:nvSpPr>
        <p:spPr>
          <a:xfrm>
            <a:off x="504825" y="2419350"/>
            <a:ext cx="5453062" cy="28575"/>
          </a:xfrm>
          <a:prstGeom prst="rect">
            <a:avLst/>
          </a:prstGeom>
          <a:solidFill>
            <a:srgbClr val="4D7C2B"/>
          </a:solidFill>
          <a:ln>
            <a:noFill/>
          </a:ln>
        </p:spPr>
        <p:txBody>
          <a:bodyPr/>
          <a:lstStyle/>
          <a:p/>
        </p:txBody>
      </p:sp>
      <p:sp>
        <p:nvSpPr>
          <p:cNvPr id="1204" name="卡底"/>
          <p:cNvSpPr/>
          <p:nvPr/>
        </p:nvSpPr>
        <p:spPr>
          <a:xfrm>
            <a:off x="504825" y="2447925"/>
            <a:ext cx="5453062" cy="1362075"/>
          </a:xfrm>
          <a:prstGeom prst="rect">
            <a:avLst/>
          </a:prstGeom>
          <a:solidFill>
            <a:srgbClr val="EAF0E3"/>
          </a:solidFill>
          <a:ln>
            <a:noFill/>
          </a:ln>
        </p:spPr>
        <p:txBody>
          <a:bodyPr/>
          <a:lstStyle/>
          <a:p/>
        </p:txBody>
      </p:sp>
      <p:sp>
        <p:nvSpPr>
          <p:cNvPr id="1205" name="卡标题"/>
          <p:cNvSpPr txBox="1"/>
          <p:nvPr/>
        </p:nvSpPr>
        <p:spPr>
          <a:xfrm>
            <a:off x="666750" y="2562225"/>
            <a:ext cx="5129212" cy="24765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45000"/>
              </a:lnSpc>
            </a:pPr>
            <a:r>
              <a:rPr lang="zh-CN" altLang="en-US" sz="1500" b="1" dirty="0">
                <a:solidFill>
                  <a:srgbClr val="1A1A1A"/>
                </a:solidFill>
                <a:latin typeface="Palatino Linotype"/>
                <a:ea typeface="Noto Sans SC"/>
                <a:cs typeface="Palatino Linotype"/>
              </a:rPr>
              <a:t>已完成</a:t>
            </a:r>
          </a:p>
        </p:txBody>
      </p:sp>
      <p:sp>
        <p:nvSpPr>
          <p:cNvPr id="1206" name="卡正文"/>
          <p:cNvSpPr txBox="1"/>
          <p:nvPr/>
        </p:nvSpPr>
        <p:spPr>
          <a:xfrm>
            <a:off x="666750" y="2857500"/>
            <a:ext cx="5129212" cy="81915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50000"/>
              </a:lnSpc>
            </a:pPr>
            <a:r>
              <a:rPr lang="zh-CN" altLang="en-US" sz="1300" dirty="0">
                <a:solidFill>
                  <a:srgbClr val="1A1A1A"/>
                </a:solidFill>
                <a:latin typeface="Palatino Linotype"/>
                <a:ea typeface="Noto Sans SC"/>
                <a:cs typeface="Palatino Linotype"/>
              </a:rPr>
              <a:t>① 数据管线与评测协议搭建完毕；</a:t>
            </a:r>
          </a:p>
          <a:p>
            <a:pPr algn="l">
              <a:lnSpc>
                <a:spcPct val="150000"/>
              </a:lnSpc>
            </a:pPr>
            <a:r>
              <a:rPr lang="zh-CN" altLang="en-US" sz="1300" dirty="0">
                <a:solidFill>
                  <a:srgbClr val="1A1A1A"/>
                </a:solidFill>
                <a:latin typeface="Palatino Linotype"/>
                <a:ea typeface="Noto Sans SC"/>
                <a:cs typeface="Palatino Linotype"/>
              </a:rPr>
              <a:t>② 三类基线复现并统一评测；</a:t>
            </a:r>
          </a:p>
          <a:p>
            <a:pPr algn="l">
              <a:lnSpc>
                <a:spcPct val="150000"/>
              </a:lnSpc>
            </a:pPr>
            <a:r>
              <a:rPr lang="zh-CN" altLang="en-US" sz="1300" dirty="0">
                <a:solidFill>
                  <a:srgbClr val="1A1A1A"/>
                </a:solidFill>
                <a:latin typeface="Palatino Linotype"/>
                <a:ea typeface="Noto Sans SC"/>
                <a:cs typeface="Palatino Linotype"/>
              </a:rPr>
              <a:t>③ 损失方案验证有效，覆盖率达标。</a:t>
            </a:r>
          </a:p>
        </p:txBody>
      </p:sp>
      <p:sp>
        <p:nvSpPr>
          <p:cNvPr id="1207" name="卡顶"/>
          <p:cNvSpPr/>
          <p:nvPr/>
        </p:nvSpPr>
        <p:spPr>
          <a:xfrm>
            <a:off x="6234112" y="2419350"/>
            <a:ext cx="5453062" cy="28575"/>
          </a:xfrm>
          <a:prstGeom prst="rect">
            <a:avLst/>
          </a:prstGeom>
          <a:solidFill>
            <a:srgbClr val="B23A2E"/>
          </a:solidFill>
          <a:ln>
            <a:noFill/>
          </a:ln>
        </p:spPr>
        <p:txBody>
          <a:bodyPr/>
          <a:lstStyle/>
          <a:p/>
        </p:txBody>
      </p:sp>
      <p:sp>
        <p:nvSpPr>
          <p:cNvPr id="1208" name="卡底"/>
          <p:cNvSpPr/>
          <p:nvPr/>
        </p:nvSpPr>
        <p:spPr>
          <a:xfrm>
            <a:off x="6234112" y="2447925"/>
            <a:ext cx="5453062" cy="1362075"/>
          </a:xfrm>
          <a:prstGeom prst="rect">
            <a:avLst/>
          </a:prstGeom>
          <a:solidFill>
            <a:srgbClr val="F5F7F1"/>
          </a:solidFill>
          <a:ln>
            <a:noFill/>
          </a:ln>
        </p:spPr>
        <p:txBody>
          <a:bodyPr/>
          <a:lstStyle/>
          <a:p/>
        </p:txBody>
      </p:sp>
      <p:sp>
        <p:nvSpPr>
          <p:cNvPr id="1209" name="卡标题"/>
          <p:cNvSpPr txBox="1"/>
          <p:nvPr/>
        </p:nvSpPr>
        <p:spPr>
          <a:xfrm>
            <a:off x="6396038" y="2562225"/>
            <a:ext cx="5129212" cy="24765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45000"/>
              </a:lnSpc>
            </a:pPr>
            <a:r>
              <a:rPr lang="zh-CN" altLang="en-US" sz="1500" b="1" dirty="0">
                <a:solidFill>
                  <a:srgbClr val="B23A2E"/>
                </a:solidFill>
                <a:latin typeface="Palatino Linotype"/>
                <a:ea typeface="Noto Sans SC"/>
                <a:cs typeface="Palatino Linotype"/>
              </a:rPr>
              <a:t>待解决</a:t>
            </a:r>
          </a:p>
        </p:txBody>
      </p:sp>
      <p:sp>
        <p:nvSpPr>
          <p:cNvPr id="1210" name="卡正文"/>
          <p:cNvSpPr txBox="1"/>
          <p:nvPr/>
        </p:nvSpPr>
        <p:spPr>
          <a:xfrm>
            <a:off x="6396038" y="2857500"/>
            <a:ext cx="5129212" cy="81915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50000"/>
              </a:lnSpc>
            </a:pPr>
            <a:r>
              <a:rPr lang="zh-CN" altLang="en-US" sz="1300" dirty="0">
                <a:solidFill>
                  <a:srgbClr val="1A1A1A"/>
                </a:solidFill>
                <a:latin typeface="Palatino Linotype"/>
                <a:ea typeface="Noto Sans SC"/>
                <a:cs typeface="Palatino Linotype"/>
              </a:rPr>
              <a:t>① 极端样本稀疏，尾部区间偏窄；</a:t>
            </a:r>
          </a:p>
          <a:p>
            <a:pPr algn="l">
              <a:lnSpc>
                <a:spcPct val="150000"/>
              </a:lnSpc>
            </a:pPr>
            <a:r>
              <a:rPr lang="zh-CN" altLang="en-US" sz="1300" dirty="0">
                <a:solidFill>
                  <a:srgbClr val="1A1A1A"/>
                </a:solidFill>
                <a:latin typeface="Palatino Linotype"/>
                <a:ea typeface="Noto Sans SC"/>
                <a:cs typeface="Palatino Linotype"/>
              </a:rPr>
              <a:t>② 跨区域迁移时精度衰减明显；</a:t>
            </a:r>
          </a:p>
          <a:p>
            <a:pPr algn="l">
              <a:lnSpc>
                <a:spcPct val="150000"/>
              </a:lnSpc>
            </a:pPr>
            <a:r>
              <a:rPr lang="zh-CN" altLang="en-US" sz="1300" dirty="0">
                <a:solidFill>
                  <a:srgbClr val="1A1A1A"/>
                </a:solidFill>
                <a:latin typeface="Palatino Linotype"/>
                <a:ea typeface="Noto Sans SC"/>
                <a:cs typeface="Palatino Linotype"/>
              </a:rPr>
              <a:t>③ 推理时延未满足在线要求。</a:t>
            </a:r>
          </a:p>
        </p:txBody>
      </p:sp>
      <p:sp>
        <p:nvSpPr>
          <p:cNvPr id="1211" name="面板顶条"/>
          <p:cNvSpPr/>
          <p:nvPr/>
        </p:nvSpPr>
        <p:spPr>
          <a:xfrm>
            <a:off x="504825" y="4057650"/>
            <a:ext cx="11182350" cy="28575"/>
          </a:xfrm>
          <a:prstGeom prst="rect">
            <a:avLst/>
          </a:prstGeom>
          <a:solidFill>
            <a:srgbClr val="4D7C2B"/>
          </a:solidFill>
          <a:ln>
            <a:noFill/>
          </a:ln>
        </p:spPr>
        <p:txBody>
          <a:bodyPr/>
          <a:lstStyle/>
          <a:p/>
        </p:txBody>
      </p:sp>
      <p:sp>
        <p:nvSpPr>
          <p:cNvPr id="1212" name="面板底"/>
          <p:cNvSpPr/>
          <p:nvPr/>
        </p:nvSpPr>
        <p:spPr>
          <a:xfrm>
            <a:off x="504825" y="4086225"/>
            <a:ext cx="11182350" cy="847725"/>
          </a:xfrm>
          <a:prstGeom prst="rect">
            <a:avLst/>
          </a:prstGeom>
          <a:solidFill>
            <a:srgbClr val="EAF0E3"/>
          </a:solidFill>
          <a:ln>
            <a:noFill/>
          </a:ln>
        </p:spPr>
        <p:txBody>
          <a:bodyPr/>
          <a:lstStyle/>
          <a:p/>
        </p:txBody>
      </p:sp>
      <p:sp>
        <p:nvSpPr>
          <p:cNvPr id="1213" name="面板文字"/>
          <p:cNvSpPr txBox="1"/>
          <p:nvPr/>
        </p:nvSpPr>
        <p:spPr>
          <a:xfrm>
            <a:off x="676275" y="4191000"/>
            <a:ext cx="10839450" cy="6477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50000"/>
              </a:lnSpc>
            </a:pPr>
            <a:r>
              <a:rPr lang="zh-CN" altLang="en-US" sz="1500" b="1" dirty="0">
                <a:solidFill>
                  <a:srgbClr val="3E6623"/>
                </a:solidFill>
                <a:latin typeface="Palatino Linotype"/>
                <a:ea typeface="Noto Sans SC"/>
                <a:cs typeface="Palatino Linotype"/>
              </a:rPr>
              <a:t>核心问题　</a:t>
            </a:r>
            <a:r>
              <a:rPr lang="zh-CN" altLang="en-US" sz="1500" dirty="0">
                <a:solidFill>
                  <a:srgbClr val="1A1A1A"/>
                </a:solidFill>
                <a:latin typeface="Palatino Linotype"/>
                <a:ea typeface="Noto Sans SC"/>
                <a:cs typeface="Palatino Linotype"/>
              </a:rPr>
              <a:t>现有方法在分布偏移下的可靠性如何界定？失效边界在哪里？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214" name="章节数字"/>
          <p:cNvSpPr txBox="1"/>
          <p:nvPr/>
        </p:nvSpPr>
        <p:spPr>
          <a:xfrm>
            <a:off x="1000125" y="2428875"/>
            <a:ext cx="2019300" cy="20193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zh-CN" altLang="en-US" sz="7200" b="1" dirty="0">
                <a:solidFill>
                  <a:srgbClr val="FFFFFF"/>
                </a:solidFill>
                <a:latin typeface="Palatino Linotype"/>
                <a:ea typeface="Noto Sans SC"/>
                <a:cs typeface="Palatino Linotype"/>
              </a:rPr>
              <a:t>05</a:t>
            </a:r>
          </a:p>
        </p:txBody>
      </p:sp>
      <p:sp>
        <p:nvSpPr>
          <p:cNvPr id="1215" name="章节标题"/>
          <p:cNvSpPr txBox="1"/>
          <p:nvPr/>
        </p:nvSpPr>
        <p:spPr>
          <a:xfrm>
            <a:off x="3600450" y="2552700"/>
            <a:ext cx="7620000" cy="55245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zh-CN" altLang="en-US" sz="3600" b="1" dirty="0">
                <a:solidFill>
                  <a:srgbClr val="1A1A1A"/>
                </a:solidFill>
                <a:latin typeface="Palatino Linotype"/>
                <a:ea typeface="Noto Sans SC"/>
                <a:cs typeface="Palatino Linotype"/>
              </a:rPr>
              <a:t>总结与展望</a:t>
            </a:r>
          </a:p>
        </p:txBody>
      </p:sp>
      <p:sp>
        <p:nvSpPr>
          <p:cNvPr id="1216" name="章节英文"/>
          <p:cNvSpPr txBox="1"/>
          <p:nvPr/>
        </p:nvSpPr>
        <p:spPr>
          <a:xfrm>
            <a:off x="3600450" y="3143250"/>
            <a:ext cx="8001000" cy="24765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zh-CN" altLang="en-US" sz="1500" dirty="0">
                <a:solidFill>
                  <a:srgbClr val="6B6B6B"/>
                </a:solidFill>
                <a:latin typeface="Palatino Linotype"/>
                <a:ea typeface="Noto Sans SC"/>
                <a:cs typeface="Palatino Linotype"/>
              </a:rPr>
              <a:t>CONCLUSION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参考文献</a:t>
            </a:r>
          </a:p>
        </p:txBody>
      </p:sp>
      <p:sp>
        <p:nvSpPr>
          <p:cNvPr id="1217" name="章节眉标"/>
          <p:cNvSpPr txBox="1"/>
          <p:nvPr/>
        </p:nvSpPr>
        <p:spPr>
          <a:xfrm>
            <a:off x="504825" y="1371600"/>
            <a:ext cx="8572500" cy="20955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zh-CN" altLang="en-US" sz="1300" b="1" dirty="0">
                <a:solidFill>
                  <a:srgbClr val="4D7C2B"/>
                </a:solidFill>
                <a:latin typeface="Palatino Linotype"/>
                <a:ea typeface="Noto Sans SC"/>
                <a:cs typeface="Palatino Linotype"/>
              </a:rPr>
              <a:t>05 · 总结与展望</a:t>
            </a:r>
          </a:p>
        </p:txBody>
      </p:sp>
      <p:sp>
        <p:nvSpPr>
          <p:cNvPr id="1218" name="章节内进度1-1"/>
          <p:cNvSpPr/>
          <p:nvPr/>
        </p:nvSpPr>
        <p:spPr>
          <a:xfrm>
            <a:off x="2600325" y="1004888"/>
            <a:ext cx="457200" cy="28575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txBody>
          <a:bodyPr/>
          <a:lstStyle/>
          <a:p/>
        </p:txBody>
      </p:sp>
      <p:sp>
        <p:nvSpPr>
          <p:cNvPr id="1219" name="参考文献"/>
          <p:cNvSpPr txBox="1"/>
          <p:nvPr/>
        </p:nvSpPr>
        <p:spPr>
          <a:xfrm>
            <a:off x="504825" y="2419350"/>
            <a:ext cx="11182350" cy="32385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285750" indent="-285750" algn="l">
              <a:lnSpc>
                <a:spcPct val="150000"/>
              </a:lnSpc>
              <a:spcAft>
                <a:spcPts val="1200"/>
              </a:spcAft>
            </a:pPr>
            <a:r>
              <a:rPr lang="zh-CN" altLang="en-US" sz="1200" b="1" dirty="0">
                <a:solidFill>
                  <a:srgbClr val="4D7C2B"/>
                </a:solidFill>
                <a:latin typeface="Palatino Linotype"/>
                <a:ea typeface="Noto Sans SC"/>
                <a:cs typeface="Palatino Linotype"/>
              </a:rPr>
              <a:t>[1] </a:t>
            </a:r>
            <a:r>
              <a:rPr lang="zh-CN" altLang="en-US" sz="1200" dirty="0">
                <a:solidFill>
                  <a:srgbClr val="1A1A1A"/>
                </a:solidFill>
                <a:latin typeface="Palatino Linotype"/>
                <a:ea typeface="Noto Sans SC"/>
                <a:cs typeface="Palatino Linotype"/>
              </a:rPr>
              <a:t>GB/T 7714-2015. 信息与文献 参考文献著录规则[S]. 北京: 中国标准出版社, 2015.</a:t>
            </a:r>
          </a:p>
          <a:p>
            <a:pPr marL="285750" indent="-285750" algn="l">
              <a:lnSpc>
                <a:spcPct val="150000"/>
              </a:lnSpc>
              <a:spcAft>
                <a:spcPts val="1200"/>
              </a:spcAft>
            </a:pPr>
            <a:r>
              <a:rPr lang="zh-CN" altLang="en-US" sz="1200" b="1" dirty="0">
                <a:solidFill>
                  <a:srgbClr val="4D7C2B"/>
                </a:solidFill>
                <a:latin typeface="Palatino Linotype"/>
                <a:ea typeface="Noto Sans SC"/>
                <a:cs typeface="Palatino Linotype"/>
              </a:rPr>
              <a:t>[2] </a:t>
            </a:r>
            <a:r>
              <a:rPr lang="zh-CN" altLang="en-US" sz="1200" dirty="0">
                <a:solidFill>
                  <a:srgbClr val="1A1A1A"/>
                </a:solidFill>
                <a:latin typeface="Palatino Linotype"/>
                <a:ea typeface="Noto Sans SC"/>
                <a:cs typeface="Palatino Linotype"/>
              </a:rPr>
              <a:t>Hosseini S, Barker K, Ramirez-Marquez J E. A review of definitions and measures of system resilience[J]. Reliability Engineering &amp; System Safety, 2016, 145: 47-61.</a:t>
            </a:r>
          </a:p>
          <a:p>
            <a:pPr marL="285750" indent="-285750" algn="l">
              <a:lnSpc>
                <a:spcPct val="150000"/>
              </a:lnSpc>
              <a:spcAft>
                <a:spcPts val="1200"/>
              </a:spcAft>
            </a:pPr>
            <a:r>
              <a:rPr lang="zh-CN" altLang="en-US" sz="1200" b="1" dirty="0">
                <a:solidFill>
                  <a:srgbClr val="4D7C2B"/>
                </a:solidFill>
                <a:latin typeface="Palatino Linotype"/>
                <a:ea typeface="Noto Sans SC"/>
                <a:cs typeface="Palatino Linotype"/>
              </a:rPr>
              <a:t>[3] </a:t>
            </a:r>
            <a:r>
              <a:rPr lang="zh-CN" altLang="en-US" sz="1200" dirty="0">
                <a:solidFill>
                  <a:srgbClr val="1A1A1A"/>
                </a:solidFill>
                <a:latin typeface="Palatino Linotype"/>
                <a:ea typeface="Noto Sans SC"/>
                <a:cs typeface="Palatino Linotype"/>
              </a:rPr>
              <a:t>Wang Y, Chen Q, Hong T, et al. Review of smart meter data analytics[J]. IEEE Transactions on Smart Grid, 2019, 10(3): 3125-3148.</a:t>
            </a:r>
          </a:p>
          <a:p>
            <a:pPr marL="285750" indent="-285750" algn="l">
              <a:lnSpc>
                <a:spcPct val="150000"/>
              </a:lnSpc>
              <a:spcAft>
                <a:spcPts val="1200"/>
              </a:spcAft>
            </a:pPr>
            <a:r>
              <a:rPr lang="zh-CN" altLang="en-US" sz="1200" b="1" dirty="0">
                <a:solidFill>
                  <a:srgbClr val="4D7C2B"/>
                </a:solidFill>
                <a:latin typeface="Palatino Linotype"/>
                <a:ea typeface="Noto Sans SC"/>
                <a:cs typeface="Palatino Linotype"/>
              </a:rPr>
              <a:t>[4] </a:t>
            </a:r>
            <a:r>
              <a:rPr lang="zh-CN" altLang="en-US" sz="1200" dirty="0">
                <a:solidFill>
                  <a:srgbClr val="1A1A1A"/>
                </a:solidFill>
                <a:latin typeface="Palatino Linotype"/>
                <a:ea typeface="Noto Sans SC"/>
                <a:cs typeface="Palatino Linotype"/>
              </a:rPr>
              <a:t>示例条目：换成你自己的文献，或用 prep_refs.py 从源 PDF 自动抽取。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220" name="致谢主标题"/>
          <p:cNvSpPr txBox="1"/>
          <p:nvPr/>
        </p:nvSpPr>
        <p:spPr>
          <a:xfrm>
            <a:off x="1333500" y="2457450"/>
            <a:ext cx="9525000" cy="7239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ctr"/>
            <a:r>
              <a:rPr lang="zh-CN" altLang="en-US" sz="5200" b="1" dirty="0">
                <a:solidFill>
                  <a:srgbClr val="1A1A1A"/>
                </a:solidFill>
                <a:latin typeface="Palatino Linotype"/>
                <a:ea typeface="Noto Sans SC"/>
                <a:cs typeface="Palatino Linotype"/>
              </a:rPr>
              <a:t>感谢聆听</a:t>
            </a:r>
          </a:p>
        </p:txBody>
      </p:sp>
      <p:sp>
        <p:nvSpPr>
          <p:cNvPr id="1221" name="致谢副标题"/>
          <p:cNvSpPr txBox="1"/>
          <p:nvPr/>
        </p:nvSpPr>
        <p:spPr>
          <a:xfrm>
            <a:off x="1333500" y="3276600"/>
            <a:ext cx="9525000" cy="2667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ctr"/>
            <a:r>
              <a:rPr lang="zh-CN" altLang="en-US" sz="2200" spc="300" dirty="0">
                <a:solidFill>
                  <a:srgbClr val="6B6B6B"/>
                </a:solidFill>
                <a:latin typeface="Palatino Linotype"/>
                <a:ea typeface="Noto Sans SC"/>
                <a:cs typeface="Palatino Linotype"/>
              </a:rPr>
              <a:t>敬请批评指正</a:t>
            </a:r>
          </a:p>
        </p:txBody>
      </p:sp>
      <p:sp>
        <p:nvSpPr>
          <p:cNvPr id="1222" name="致谢信息"/>
          <p:cNvSpPr txBox="1"/>
          <p:nvPr/>
        </p:nvSpPr>
        <p:spPr>
          <a:xfrm>
            <a:off x="1333500" y="3848100"/>
            <a:ext cx="9525000" cy="5334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ctr">
              <a:lnSpc>
                <a:spcPct val="150000"/>
              </a:lnSpc>
            </a:pPr>
            <a:r>
              <a:rPr lang="zh-CN" altLang="en-US" sz="1300" dirty="0">
                <a:solidFill>
                  <a:srgbClr val="6B6B6B"/>
                </a:solidFill>
                <a:latin typeface="Palatino Linotype"/>
                <a:ea typeface="Noto Sans SC"/>
                <a:cs typeface="Palatino Linotype"/>
              </a:rPr>
              <a:t>张珂 · 东南大学电气工程学院</a:t>
            </a:r>
          </a:p>
          <a:p>
            <a:pPr algn="ctr">
              <a:lnSpc>
                <a:spcPct val="150000"/>
              </a:lnSpc>
            </a:pPr>
            <a:r>
              <a:rPr lang="zh-CN" altLang="en-US" sz="1300" dirty="0">
                <a:solidFill>
                  <a:srgbClr val="6B6B6B"/>
                </a:solidFill>
                <a:latin typeface="Palatino Linotype"/>
                <a:ea typeface="Noto Sans SC"/>
                <a:cs typeface="Palatino Linotype"/>
              </a:rPr>
              <a:t>2026 年 9 月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SEU-NARI">
      <a:dk1>
        <a:srgbClr val="1A1A1A"/>
      </a:dk1>
      <a:lt1>
        <a:srgbClr val="FFFFFF"/>
      </a:lt1>
      <a:dk2>
        <a:srgbClr val="3E6623"/>
      </a:dk2>
      <a:lt2>
        <a:srgbClr val="F5F7F1"/>
      </a:lt2>
      <a:accent1>
        <a:srgbClr val="4D7C2B"/>
      </a:accent1>
      <a:accent2>
        <a:srgbClr val="00807C"/>
      </a:accent2>
      <a:accent3>
        <a:srgbClr val="C9A227"/>
      </a:accent3>
      <a:accent4>
        <a:srgbClr val="7BA05B"/>
      </a:accent4>
      <a:accent5>
        <a:srgbClr val="00615E"/>
      </a:accent5>
      <a:accent6>
        <a:srgbClr val="9AA09A"/>
      </a:accent6>
      <a:hlink>
        <a:srgbClr val="00807C"/>
      </a:hlink>
      <a:folHlink>
        <a:srgbClr val="3E6623"/>
      </a:folHlink>
    </a:clrScheme>
    <a:fontScheme name="Office">
      <a:majorFont name="Palatino Linotype">
        <a:latin typeface="Palatino Linotype"/>
        <a:ea typeface="Noto Sans SC"/>
        <a:cs typeface="Palatino Linotype"/>
        <a:font script="Hans" typeface="Noto Sans SC"/>
        <a:font script="Hant" typeface="Noto Sans SC"/>
      </a:majorFont>
      <a:minorFont name="Palatino Linotype">
        <a:latin typeface="Palatino Linotype"/>
        <a:ea typeface="Noto Sans SC"/>
        <a:cs typeface="Palatino Linotype"/>
        <a:font script="Hans" typeface="Noto Sans SC"/>
        <a:font script="Hant" typeface="Noto Sans SC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